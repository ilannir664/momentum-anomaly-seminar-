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60" r:id="rId3"/>
    <p:sldId id="266" r:id="rId4"/>
    <p:sldId id="268" r:id="rId5"/>
    <p:sldId id="270" r:id="rId6"/>
    <p:sldId id="267" r:id="rId7"/>
    <p:sldId id="278" r:id="rId8"/>
    <p:sldId id="271" r:id="rId9"/>
    <p:sldId id="272" r:id="rId10"/>
    <p:sldId id="285" r:id="rId11"/>
    <p:sldId id="273" r:id="rId12"/>
    <p:sldId id="275" r:id="rId13"/>
    <p:sldId id="274" r:id="rId14"/>
    <p:sldId id="282" r:id="rId15"/>
    <p:sldId id="276" r:id="rId16"/>
    <p:sldId id="280" r:id="rId17"/>
    <p:sldId id="284" r:id="rId18"/>
    <p:sldId id="265" r:id="rId19"/>
  </p:sldIdLst>
  <p:sldSz cx="18288000" cy="10287000"/>
  <p:notesSz cx="6858000" cy="9144000"/>
  <p:embeddedFontLst>
    <p:embeddedFont>
      <p:font typeface="TT Hove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F5D63A-F32C-43FF-B554-6C8DD02937CE}" v="103" dt="2026-06-17T16:25:04.4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82" autoAdjust="0"/>
    <p:restoredTop sz="93674" autoAdjust="0"/>
  </p:normalViewPr>
  <p:slideViewPr>
    <p:cSldViewPr>
      <p:cViewPr varScale="1">
        <p:scale>
          <a:sx n="45" d="100"/>
          <a:sy n="45" d="100"/>
        </p:scale>
        <p:origin x="548"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an Aura" userId="9e8934db47734cb3" providerId="LiveId" clId="{6C18E506-461F-4D80-B21E-8F6734D6B641}"/>
    <pc:docChg chg="undo redo custSel addSld delSld modSld sldOrd">
      <pc:chgData name="Ilan Aura" userId="9e8934db47734cb3" providerId="LiveId" clId="{6C18E506-461F-4D80-B21E-8F6734D6B641}" dt="2026-06-17T17:43:46.735" v="10547" actId="20577"/>
      <pc:docMkLst>
        <pc:docMk/>
      </pc:docMkLst>
      <pc:sldChg chg="addSp delSp modSp mod">
        <pc:chgData name="Ilan Aura" userId="9e8934db47734cb3" providerId="LiveId" clId="{6C18E506-461F-4D80-B21E-8F6734D6B641}" dt="2026-06-14T08:08:44.432" v="307" actId="1076"/>
        <pc:sldMkLst>
          <pc:docMk/>
          <pc:sldMk cId="0" sldId="256"/>
        </pc:sldMkLst>
        <pc:spChg chg="mod">
          <ac:chgData name="Ilan Aura" userId="9e8934db47734cb3" providerId="LiveId" clId="{6C18E506-461F-4D80-B21E-8F6734D6B641}" dt="2026-06-14T08:06:02.972" v="280" actId="1076"/>
          <ac:spMkLst>
            <pc:docMk/>
            <pc:sldMk cId="0" sldId="256"/>
            <ac:spMk id="7" creationId="{00000000-0000-0000-0000-000000000000}"/>
          </ac:spMkLst>
        </pc:spChg>
        <pc:spChg chg="add mod">
          <ac:chgData name="Ilan Aura" userId="9e8934db47734cb3" providerId="LiveId" clId="{6C18E506-461F-4D80-B21E-8F6734D6B641}" dt="2026-06-14T08:01:33.615" v="162" actId="1076"/>
          <ac:spMkLst>
            <pc:docMk/>
            <pc:sldMk cId="0" sldId="256"/>
            <ac:spMk id="16" creationId="{5E4DCCF1-1BB8-73EF-54AD-448BF2EF11BD}"/>
          </ac:spMkLst>
        </pc:spChg>
        <pc:spChg chg="add mod">
          <ac:chgData name="Ilan Aura" userId="9e8934db47734cb3" providerId="LiveId" clId="{6C18E506-461F-4D80-B21E-8F6734D6B641}" dt="2026-06-14T08:02:06.318" v="175" actId="207"/>
          <ac:spMkLst>
            <pc:docMk/>
            <pc:sldMk cId="0" sldId="256"/>
            <ac:spMk id="18" creationId="{8B28CEE1-D46D-5282-FE05-5512AA97F6C0}"/>
          </ac:spMkLst>
        </pc:spChg>
        <pc:spChg chg="mod">
          <ac:chgData name="Ilan Aura" userId="9e8934db47734cb3" providerId="LiveId" clId="{6C18E506-461F-4D80-B21E-8F6734D6B641}" dt="2026-06-14T08:06:04.924" v="281" actId="1076"/>
          <ac:spMkLst>
            <pc:docMk/>
            <pc:sldMk cId="0" sldId="256"/>
            <ac:spMk id="22" creationId="{784C5E2B-C477-82AD-E058-6A280C47FDC6}"/>
          </ac:spMkLst>
        </pc:spChg>
        <pc:spChg chg="add mod">
          <ac:chgData name="Ilan Aura" userId="9e8934db47734cb3" providerId="LiveId" clId="{6C18E506-461F-4D80-B21E-8F6734D6B641}" dt="2026-06-14T08:06:26.214" v="287" actId="1076"/>
          <ac:spMkLst>
            <pc:docMk/>
            <pc:sldMk cId="0" sldId="256"/>
            <ac:spMk id="24" creationId="{D0D775D9-1EFD-E40C-F7E8-38CE832F0985}"/>
          </ac:spMkLst>
        </pc:spChg>
        <pc:spChg chg="add mod">
          <ac:chgData name="Ilan Aura" userId="9e8934db47734cb3" providerId="LiveId" clId="{6C18E506-461F-4D80-B21E-8F6734D6B641}" dt="2026-06-14T08:06:10.592" v="283" actId="1076"/>
          <ac:spMkLst>
            <pc:docMk/>
            <pc:sldMk cId="0" sldId="256"/>
            <ac:spMk id="26" creationId="{DB6BF901-F553-3B0E-3B1B-7C4233072AFE}"/>
          </ac:spMkLst>
        </pc:spChg>
        <pc:spChg chg="add mod">
          <ac:chgData name="Ilan Aura" userId="9e8934db47734cb3" providerId="LiveId" clId="{6C18E506-461F-4D80-B21E-8F6734D6B641}" dt="2026-06-14T08:06:48.257" v="293" actId="1076"/>
          <ac:spMkLst>
            <pc:docMk/>
            <pc:sldMk cId="0" sldId="256"/>
            <ac:spMk id="28" creationId="{10287CC0-957C-2BEB-F7BB-E54A646A2714}"/>
          </ac:spMkLst>
        </pc:spChg>
        <pc:spChg chg="add mod">
          <ac:chgData name="Ilan Aura" userId="9e8934db47734cb3" providerId="LiveId" clId="{6C18E506-461F-4D80-B21E-8F6734D6B641}" dt="2026-06-14T08:08:44.432" v="307" actId="1076"/>
          <ac:spMkLst>
            <pc:docMk/>
            <pc:sldMk cId="0" sldId="256"/>
            <ac:spMk id="30" creationId="{687B6F40-16B3-022E-FB88-DE3DB24C258D}"/>
          </ac:spMkLst>
        </pc:spChg>
        <pc:spChg chg="add mod">
          <ac:chgData name="Ilan Aura" userId="9e8934db47734cb3" providerId="LiveId" clId="{6C18E506-461F-4D80-B21E-8F6734D6B641}" dt="2026-06-14T08:05:32.179" v="269" actId="255"/>
          <ac:spMkLst>
            <pc:docMk/>
            <pc:sldMk cId="0" sldId="256"/>
            <ac:spMk id="32" creationId="{61E492CE-5425-B00B-2A3B-6E2806DA8844}"/>
          </ac:spMkLst>
        </pc:spChg>
        <pc:spChg chg="mod">
          <ac:chgData name="Ilan Aura" userId="9e8934db47734cb3" providerId="LiveId" clId="{6C18E506-461F-4D80-B21E-8F6734D6B641}" dt="2026-06-14T08:06:30.657" v="289" actId="1076"/>
          <ac:spMkLst>
            <pc:docMk/>
            <pc:sldMk cId="0" sldId="256"/>
            <ac:spMk id="34" creationId="{4B41D2E4-70BB-3CC4-B1AC-8806E74F9FBA}"/>
          </ac:spMkLst>
        </pc:spChg>
        <pc:spChg chg="add mod">
          <ac:chgData name="Ilan Aura" userId="9e8934db47734cb3" providerId="LiveId" clId="{6C18E506-461F-4D80-B21E-8F6734D6B641}" dt="2026-06-14T08:08:29.044" v="306" actId="1076"/>
          <ac:spMkLst>
            <pc:docMk/>
            <pc:sldMk cId="0" sldId="256"/>
            <ac:spMk id="36" creationId="{3CFEA9DE-CA6D-D1FE-B74D-444611FD98DA}"/>
          </ac:spMkLst>
        </pc:spChg>
        <pc:spChg chg="add mod">
          <ac:chgData name="Ilan Aura" userId="9e8934db47734cb3" providerId="LiveId" clId="{6C18E506-461F-4D80-B21E-8F6734D6B641}" dt="2026-06-14T08:05:32.179" v="269" actId="255"/>
          <ac:spMkLst>
            <pc:docMk/>
            <pc:sldMk cId="0" sldId="256"/>
            <ac:spMk id="38" creationId="{93F1E7BF-8D4F-2F3E-E849-62665BCD8E35}"/>
          </ac:spMkLst>
        </pc:spChg>
        <pc:spChg chg="add mod">
          <ac:chgData name="Ilan Aura" userId="9e8934db47734cb3" providerId="LiveId" clId="{6C18E506-461F-4D80-B21E-8F6734D6B641}" dt="2026-06-14T08:06:41.474" v="292" actId="1076"/>
          <ac:spMkLst>
            <pc:docMk/>
            <pc:sldMk cId="0" sldId="256"/>
            <ac:spMk id="40" creationId="{93642912-B13C-453F-94E1-BDEDE598E3A7}"/>
          </ac:spMkLst>
        </pc:spChg>
        <pc:spChg chg="add mod">
          <ac:chgData name="Ilan Aura" userId="9e8934db47734cb3" providerId="LiveId" clId="{6C18E506-461F-4D80-B21E-8F6734D6B641}" dt="2026-06-14T08:06:39.253" v="291" actId="1076"/>
          <ac:spMkLst>
            <pc:docMk/>
            <pc:sldMk cId="0" sldId="256"/>
            <ac:spMk id="42" creationId="{B3794C72-07AD-F017-19EC-39D3B830126F}"/>
          </ac:spMkLst>
        </pc:spChg>
        <pc:spChg chg="add mod">
          <ac:chgData name="Ilan Aura" userId="9e8934db47734cb3" providerId="LiveId" clId="{6C18E506-461F-4D80-B21E-8F6734D6B641}" dt="2026-06-14T08:05:32.179" v="269" actId="255"/>
          <ac:spMkLst>
            <pc:docMk/>
            <pc:sldMk cId="0" sldId="256"/>
            <ac:spMk id="44" creationId="{AD498305-C6E9-AB79-EA69-5C6C9323E60E}"/>
          </ac:spMkLst>
        </pc:spChg>
        <pc:spChg chg="add mod">
          <ac:chgData name="Ilan Aura" userId="9e8934db47734cb3" providerId="LiveId" clId="{6C18E506-461F-4D80-B21E-8F6734D6B641}" dt="2026-06-14T08:05:56.398" v="277" actId="20577"/>
          <ac:spMkLst>
            <pc:docMk/>
            <pc:sldMk cId="0" sldId="256"/>
            <ac:spMk id="47" creationId="{BFBC36E5-BCFD-5E47-4FF8-30E453747377}"/>
          </ac:spMkLst>
        </pc:spChg>
        <pc:grpChg chg="add del mod">
          <ac:chgData name="Ilan Aura" userId="9e8934db47734cb3" providerId="LiveId" clId="{6C18E506-461F-4D80-B21E-8F6734D6B641}" dt="2026-06-14T08:06:16.464" v="285" actId="1076"/>
          <ac:grpSpMkLst>
            <pc:docMk/>
            <pc:sldMk cId="0" sldId="256"/>
            <ac:grpSpMk id="3" creationId="{00000000-0000-0000-0000-000000000000}"/>
          </ac:grpSpMkLst>
        </pc:grpChg>
      </pc:sldChg>
      <pc:sldChg chg="addSp delSp modSp mod">
        <pc:chgData name="Ilan Aura" userId="9e8934db47734cb3" providerId="LiveId" clId="{6C18E506-461F-4D80-B21E-8F6734D6B641}" dt="2026-06-17T17:42:31.935" v="10529" actId="115"/>
        <pc:sldMkLst>
          <pc:docMk/>
          <pc:sldMk cId="0" sldId="260"/>
        </pc:sldMkLst>
        <pc:spChg chg="add mod">
          <ac:chgData name="Ilan Aura" userId="9e8934db47734cb3" providerId="LiveId" clId="{6C18E506-461F-4D80-B21E-8F6734D6B641}" dt="2026-06-17T17:42:31.935" v="10529" actId="115"/>
          <ac:spMkLst>
            <pc:docMk/>
            <pc:sldMk cId="0" sldId="260"/>
            <ac:spMk id="20" creationId="{5036F340-6F62-5C29-2E01-707D39850A06}"/>
          </ac:spMkLst>
        </pc:spChg>
        <pc:spChg chg="add mod">
          <ac:chgData name="Ilan Aura" userId="9e8934db47734cb3" providerId="LiveId" clId="{6C18E506-461F-4D80-B21E-8F6734D6B641}" dt="2026-06-17T17:39:59.601" v="10514" actId="14100"/>
          <ac:spMkLst>
            <pc:docMk/>
            <pc:sldMk cId="0" sldId="260"/>
            <ac:spMk id="23" creationId="{84DCD2C7-BCE4-994A-F508-5B6905E57A00}"/>
          </ac:spMkLst>
        </pc:spChg>
        <pc:spChg chg="add mod">
          <ac:chgData name="Ilan Aura" userId="9e8934db47734cb3" providerId="LiveId" clId="{6C18E506-461F-4D80-B21E-8F6734D6B641}" dt="2026-06-17T13:57:33.686" v="9291" actId="20577"/>
          <ac:spMkLst>
            <pc:docMk/>
            <pc:sldMk cId="0" sldId="260"/>
            <ac:spMk id="25" creationId="{D2A84B8D-5729-F257-042F-6378D171F8F9}"/>
          </ac:spMkLst>
        </pc:spChg>
        <pc:spChg chg="add mod">
          <ac:chgData name="Ilan Aura" userId="9e8934db47734cb3" providerId="LiveId" clId="{6C18E506-461F-4D80-B21E-8F6734D6B641}" dt="2026-06-17T17:41:53.504" v="10527" actId="20577"/>
          <ac:spMkLst>
            <pc:docMk/>
            <pc:sldMk cId="0" sldId="260"/>
            <ac:spMk id="27" creationId="{DDB5FF22-8585-FA49-3080-B63D51516D30}"/>
          </ac:spMkLst>
        </pc:spChg>
        <pc:picChg chg="add mod">
          <ac:chgData name="Ilan Aura" userId="9e8934db47734cb3" providerId="LiveId" clId="{6C18E506-461F-4D80-B21E-8F6734D6B641}" dt="2026-06-17T17:30:10.955" v="10331" actId="1076"/>
          <ac:picMkLst>
            <pc:docMk/>
            <pc:sldMk cId="0" sldId="260"/>
            <ac:picMk id="2" creationId="{35402CDA-2D44-DE8C-F495-5E9EB0C9B740}"/>
          </ac:picMkLst>
        </pc:picChg>
        <pc:picChg chg="add mod">
          <ac:chgData name="Ilan Aura" userId="9e8934db47734cb3" providerId="LiveId" clId="{6C18E506-461F-4D80-B21E-8F6734D6B641}" dt="2026-06-17T17:28:53.857" v="10327" actId="1076"/>
          <ac:picMkLst>
            <pc:docMk/>
            <pc:sldMk cId="0" sldId="260"/>
            <ac:picMk id="3" creationId="{D6053738-B207-9E70-3795-3A91E39AC925}"/>
          </ac:picMkLst>
        </pc:picChg>
        <pc:picChg chg="add del mod">
          <ac:chgData name="Ilan Aura" userId="9e8934db47734cb3" providerId="LiveId" clId="{6C18E506-461F-4D80-B21E-8F6734D6B641}" dt="2026-06-17T17:28:58.480" v="10330" actId="478"/>
          <ac:picMkLst>
            <pc:docMk/>
            <pc:sldMk cId="0" sldId="260"/>
            <ac:picMk id="4" creationId="{4CBEB016-0D69-C435-0204-CB5FA72448DF}"/>
          </ac:picMkLst>
        </pc:picChg>
        <pc:picChg chg="add mod">
          <ac:chgData name="Ilan Aura" userId="9e8934db47734cb3" providerId="LiveId" clId="{6C18E506-461F-4D80-B21E-8F6734D6B641}" dt="2026-06-17T17:30:17.595" v="10335" actId="14100"/>
          <ac:picMkLst>
            <pc:docMk/>
            <pc:sldMk cId="0" sldId="260"/>
            <ac:picMk id="6" creationId="{361DA8E9-A6B1-B334-EFD0-0364699A7DEB}"/>
          </ac:picMkLst>
        </pc:picChg>
      </pc:sldChg>
      <pc:sldChg chg="addSp delSp modSp mod">
        <pc:chgData name="Ilan Aura" userId="9e8934db47734cb3" providerId="LiveId" clId="{6C18E506-461F-4D80-B21E-8F6734D6B641}" dt="2026-06-14T08:09:44.098" v="369"/>
        <pc:sldMkLst>
          <pc:docMk/>
          <pc:sldMk cId="0" sldId="265"/>
        </pc:sldMkLst>
        <pc:spChg chg="add mod">
          <ac:chgData name="Ilan Aura" userId="9e8934db47734cb3" providerId="LiveId" clId="{6C18E506-461F-4D80-B21E-8F6734D6B641}" dt="2026-06-14T08:09:41.714" v="367" actId="1076"/>
          <ac:spMkLst>
            <pc:docMk/>
            <pc:sldMk cId="0" sldId="265"/>
            <ac:spMk id="18" creationId="{C16B90EB-C402-BED7-6E02-1003E95006CD}"/>
          </ac:spMkLst>
        </pc:spChg>
        <pc:grpChg chg="add del">
          <ac:chgData name="Ilan Aura" userId="9e8934db47734cb3" providerId="LiveId" clId="{6C18E506-461F-4D80-B21E-8F6734D6B641}" dt="2026-06-14T08:09:04.721" v="314" actId="478"/>
          <ac:grpSpMkLst>
            <pc:docMk/>
            <pc:sldMk cId="0" sldId="265"/>
            <ac:grpSpMk id="3" creationId="{00000000-0000-0000-0000-000000000000}"/>
          </ac:grpSpMkLst>
        </pc:grpChg>
      </pc:sldChg>
      <pc:sldChg chg="addSp modSp add mod">
        <pc:chgData name="Ilan Aura" userId="9e8934db47734cb3" providerId="LiveId" clId="{6C18E506-461F-4D80-B21E-8F6734D6B641}" dt="2026-06-17T11:57:12.379" v="8254" actId="20577"/>
        <pc:sldMkLst>
          <pc:docMk/>
          <pc:sldMk cId="2693987995" sldId="266"/>
        </pc:sldMkLst>
        <pc:spChg chg="add mod">
          <ac:chgData name="Ilan Aura" userId="9e8934db47734cb3" providerId="LiveId" clId="{6C18E506-461F-4D80-B21E-8F6734D6B641}" dt="2026-06-14T08:37:52.396" v="1351" actId="1076"/>
          <ac:spMkLst>
            <pc:docMk/>
            <pc:sldMk cId="2693987995" sldId="266"/>
            <ac:spMk id="3" creationId="{12EC01E8-B690-3C51-3F1F-226F52CCA4E1}"/>
          </ac:spMkLst>
        </pc:spChg>
        <pc:spChg chg="mod">
          <ac:chgData name="Ilan Aura" userId="9e8934db47734cb3" providerId="LiveId" clId="{6C18E506-461F-4D80-B21E-8F6734D6B641}" dt="2026-06-17T11:57:12.379" v="8254" actId="20577"/>
          <ac:spMkLst>
            <pc:docMk/>
            <pc:sldMk cId="2693987995" sldId="266"/>
            <ac:spMk id="6" creationId="{8C85BC59-54EC-74FD-B3BD-890AD38A0861}"/>
          </ac:spMkLst>
        </pc:spChg>
        <pc:spChg chg="mod">
          <ac:chgData name="Ilan Aura" userId="9e8934db47734cb3" providerId="LiveId" clId="{6C18E506-461F-4D80-B21E-8F6734D6B641}" dt="2026-06-14T08:39:31.120" v="1352"/>
          <ac:spMkLst>
            <pc:docMk/>
            <pc:sldMk cId="2693987995" sldId="266"/>
            <ac:spMk id="7" creationId="{29C49FA4-93CF-E77B-CB0B-C3DAF6B5A5D8}"/>
          </ac:spMkLst>
        </pc:spChg>
        <pc:grpChg chg="add mod">
          <ac:chgData name="Ilan Aura" userId="9e8934db47734cb3" providerId="LiveId" clId="{6C18E506-461F-4D80-B21E-8F6734D6B641}" dt="2026-06-14T08:39:32.503" v="1353" actId="1076"/>
          <ac:grpSpMkLst>
            <pc:docMk/>
            <pc:sldMk cId="2693987995" sldId="266"/>
            <ac:grpSpMk id="4" creationId="{D9B34AAA-AD24-D51D-AE32-C66A7CAEA5C5}"/>
          </ac:grpSpMkLst>
        </pc:grpChg>
      </pc:sldChg>
      <pc:sldChg chg="addSp delSp modSp add mod">
        <pc:chgData name="Ilan Aura" userId="9e8934db47734cb3" providerId="LiveId" clId="{6C18E506-461F-4D80-B21E-8F6734D6B641}" dt="2026-06-17T13:41:29.359" v="9240" actId="207"/>
        <pc:sldMkLst>
          <pc:docMk/>
          <pc:sldMk cId="73754564" sldId="267"/>
        </pc:sldMkLst>
        <pc:spChg chg="add mod">
          <ac:chgData name="Ilan Aura" userId="9e8934db47734cb3" providerId="LiveId" clId="{6C18E506-461F-4D80-B21E-8F6734D6B641}" dt="2026-06-17T13:39:24.891" v="9239" actId="20577"/>
          <ac:spMkLst>
            <pc:docMk/>
            <pc:sldMk cId="73754564" sldId="267"/>
            <ac:spMk id="4" creationId="{5CDE2202-9C3E-C155-4A54-E235D717AA20}"/>
          </ac:spMkLst>
        </pc:spChg>
        <pc:spChg chg="add del">
          <ac:chgData name="Ilan Aura" userId="9e8934db47734cb3" providerId="LiveId" clId="{6C18E506-461F-4D80-B21E-8F6734D6B641}" dt="2026-06-17T11:53:52.064" v="8169" actId="22"/>
          <ac:spMkLst>
            <pc:docMk/>
            <pc:sldMk cId="73754564" sldId="267"/>
            <ac:spMk id="7" creationId="{BD25AD1C-C3FD-91D3-B8AA-E1F7A902AB63}"/>
          </ac:spMkLst>
        </pc:spChg>
        <pc:spChg chg="add mod">
          <ac:chgData name="Ilan Aura" userId="9e8934db47734cb3" providerId="LiveId" clId="{6C18E506-461F-4D80-B21E-8F6734D6B641}" dt="2026-06-17T13:15:14.077" v="9179" actId="207"/>
          <ac:spMkLst>
            <pc:docMk/>
            <pc:sldMk cId="73754564" sldId="267"/>
            <ac:spMk id="10" creationId="{7F1631B3-AE5B-95DE-F2A2-796B552259AE}"/>
          </ac:spMkLst>
        </pc:spChg>
        <pc:spChg chg="add mod">
          <ac:chgData name="Ilan Aura" userId="9e8934db47734cb3" providerId="LiveId" clId="{6C18E506-461F-4D80-B21E-8F6734D6B641}" dt="2026-06-17T11:52:17.567" v="8164" actId="20577"/>
          <ac:spMkLst>
            <pc:docMk/>
            <pc:sldMk cId="73754564" sldId="267"/>
            <ac:spMk id="41" creationId="{BBAC3247-0F33-DAC3-E09A-5A95094CDF09}"/>
          </ac:spMkLst>
        </pc:spChg>
        <pc:spChg chg="mod">
          <ac:chgData name="Ilan Aura" userId="9e8934db47734cb3" providerId="LiveId" clId="{6C18E506-461F-4D80-B21E-8F6734D6B641}" dt="2026-06-14T09:39:50.622" v="2848"/>
          <ac:spMkLst>
            <pc:docMk/>
            <pc:sldMk cId="73754564" sldId="267"/>
            <ac:spMk id="43" creationId="{829A31D3-56BA-2199-F2E8-2B815A8F965C}"/>
          </ac:spMkLst>
        </pc:spChg>
        <pc:spChg chg="mod">
          <ac:chgData name="Ilan Aura" userId="9e8934db47734cb3" providerId="LiveId" clId="{6C18E506-461F-4D80-B21E-8F6734D6B641}" dt="2026-06-14T09:39:50.622" v="2848"/>
          <ac:spMkLst>
            <pc:docMk/>
            <pc:sldMk cId="73754564" sldId="267"/>
            <ac:spMk id="44" creationId="{8BB579D0-9DFA-99AD-BA2A-66FC71EAFCE8}"/>
          </ac:spMkLst>
        </pc:spChg>
        <pc:spChg chg="add del mod">
          <ac:chgData name="Ilan Aura" userId="9e8934db47734cb3" providerId="LiveId" clId="{6C18E506-461F-4D80-B21E-8F6734D6B641}" dt="2026-06-17T11:49:58.919" v="8014" actId="478"/>
          <ac:spMkLst>
            <pc:docMk/>
            <pc:sldMk cId="73754564" sldId="267"/>
            <ac:spMk id="46" creationId="{005049C0-CC09-B66F-61B1-BDD74C540B69}"/>
          </ac:spMkLst>
        </pc:spChg>
        <pc:spChg chg="add del mod">
          <ac:chgData name="Ilan Aura" userId="9e8934db47734cb3" providerId="LiveId" clId="{6C18E506-461F-4D80-B21E-8F6734D6B641}" dt="2026-06-17T12:08:31.458" v="8640" actId="14100"/>
          <ac:spMkLst>
            <pc:docMk/>
            <pc:sldMk cId="73754564" sldId="267"/>
            <ac:spMk id="48" creationId="{5E4111FD-43C0-7A13-707F-70FFAD1CC6DC}"/>
          </ac:spMkLst>
        </pc:spChg>
        <pc:spChg chg="add del mod">
          <ac:chgData name="Ilan Aura" userId="9e8934db47734cb3" providerId="LiveId" clId="{6C18E506-461F-4D80-B21E-8F6734D6B641}" dt="2026-06-17T08:53:34.692" v="5300" actId="478"/>
          <ac:spMkLst>
            <pc:docMk/>
            <pc:sldMk cId="73754564" sldId="267"/>
            <ac:spMk id="50" creationId="{631AE6DD-182A-8221-D323-3CEF365B483D}"/>
          </ac:spMkLst>
        </pc:spChg>
        <pc:spChg chg="add del mod">
          <ac:chgData name="Ilan Aura" userId="9e8934db47734cb3" providerId="LiveId" clId="{6C18E506-461F-4D80-B21E-8F6734D6B641}" dt="2026-06-17T08:53:29.938" v="5296" actId="478"/>
          <ac:spMkLst>
            <pc:docMk/>
            <pc:sldMk cId="73754564" sldId="267"/>
            <ac:spMk id="52" creationId="{F7D01DEC-4154-3E06-BF06-E2AA1D6E17F7}"/>
          </ac:spMkLst>
        </pc:spChg>
        <pc:spChg chg="add del mod">
          <ac:chgData name="Ilan Aura" userId="9e8934db47734cb3" providerId="LiveId" clId="{6C18E506-461F-4D80-B21E-8F6734D6B641}" dt="2026-06-17T08:53:34.069" v="5299" actId="478"/>
          <ac:spMkLst>
            <pc:docMk/>
            <pc:sldMk cId="73754564" sldId="267"/>
            <ac:spMk id="56" creationId="{EA91D4E8-C7F1-A635-328B-F48BB99858FA}"/>
          </ac:spMkLst>
        </pc:spChg>
        <pc:spChg chg="add del mod">
          <ac:chgData name="Ilan Aura" userId="9e8934db47734cb3" providerId="LiveId" clId="{6C18E506-461F-4D80-B21E-8F6734D6B641}" dt="2026-06-17T08:53:32.692" v="5298" actId="478"/>
          <ac:spMkLst>
            <pc:docMk/>
            <pc:sldMk cId="73754564" sldId="267"/>
            <ac:spMk id="60" creationId="{7FC4C6BD-1877-78AD-80C5-A8F4BE67B9D3}"/>
          </ac:spMkLst>
        </pc:spChg>
        <pc:spChg chg="add mod">
          <ac:chgData name="Ilan Aura" userId="9e8934db47734cb3" providerId="LiveId" clId="{6C18E506-461F-4D80-B21E-8F6734D6B641}" dt="2026-06-17T12:08:35.278" v="8641" actId="14100"/>
          <ac:spMkLst>
            <pc:docMk/>
            <pc:sldMk cId="73754564" sldId="267"/>
            <ac:spMk id="62" creationId="{BF7E1969-CAA6-F3B0-50F5-A860F7996E07}"/>
          </ac:spMkLst>
        </pc:spChg>
        <pc:spChg chg="add del mod">
          <ac:chgData name="Ilan Aura" userId="9e8934db47734cb3" providerId="LiveId" clId="{6C18E506-461F-4D80-B21E-8F6734D6B641}" dt="2026-06-17T11:49:55.506" v="8013" actId="478"/>
          <ac:spMkLst>
            <pc:docMk/>
            <pc:sldMk cId="73754564" sldId="267"/>
            <ac:spMk id="64" creationId="{07456664-F1D7-E164-734A-4DFE55CB5E11}"/>
          </ac:spMkLst>
        </pc:spChg>
        <pc:spChg chg="add mod">
          <ac:chgData name="Ilan Aura" userId="9e8934db47734cb3" providerId="LiveId" clId="{6C18E506-461F-4D80-B21E-8F6734D6B641}" dt="2026-06-17T09:07:25.808" v="5375" actId="1076"/>
          <ac:spMkLst>
            <pc:docMk/>
            <pc:sldMk cId="73754564" sldId="267"/>
            <ac:spMk id="66" creationId="{B3964D9B-11B5-C33B-B17C-4FB5CE29D9A6}"/>
          </ac:spMkLst>
        </pc:spChg>
        <pc:spChg chg="add mod">
          <ac:chgData name="Ilan Aura" userId="9e8934db47734cb3" providerId="LiveId" clId="{6C18E506-461F-4D80-B21E-8F6734D6B641}" dt="2026-06-17T13:41:29.359" v="9240" actId="207"/>
          <ac:spMkLst>
            <pc:docMk/>
            <pc:sldMk cId="73754564" sldId="267"/>
            <ac:spMk id="76" creationId="{109F1AB0-F0C9-AC87-15C5-CD540EF69AB1}"/>
          </ac:spMkLst>
        </pc:spChg>
        <pc:spChg chg="add del mod">
          <ac:chgData name="Ilan Aura" userId="9e8934db47734cb3" providerId="LiveId" clId="{6C18E506-461F-4D80-B21E-8F6734D6B641}" dt="2026-06-17T11:49:58.919" v="8014" actId="478"/>
          <ac:spMkLst>
            <pc:docMk/>
            <pc:sldMk cId="73754564" sldId="267"/>
            <ac:spMk id="78" creationId="{1E86CDB2-1CBD-11A8-D418-5EF4DB28CE95}"/>
          </ac:spMkLst>
        </pc:spChg>
        <pc:spChg chg="add del mod">
          <ac:chgData name="Ilan Aura" userId="9e8934db47734cb3" providerId="LiveId" clId="{6C18E506-461F-4D80-B21E-8F6734D6B641}" dt="2026-06-17T11:49:58.919" v="8014" actId="478"/>
          <ac:spMkLst>
            <pc:docMk/>
            <pc:sldMk cId="73754564" sldId="267"/>
            <ac:spMk id="81" creationId="{5F84CFBA-0A5B-6826-C713-3FFD5AAA61FF}"/>
          </ac:spMkLst>
        </pc:spChg>
        <pc:grpChg chg="add del mod">
          <ac:chgData name="Ilan Aura" userId="9e8934db47734cb3" providerId="LiveId" clId="{6C18E506-461F-4D80-B21E-8F6734D6B641}" dt="2026-06-17T12:33:23.091" v="8730" actId="1076"/>
          <ac:grpSpMkLst>
            <pc:docMk/>
            <pc:sldMk cId="73754564" sldId="267"/>
            <ac:grpSpMk id="42" creationId="{269D82ED-EAD1-8FC8-E425-D007FA8DDBA4}"/>
          </ac:grpSpMkLst>
        </pc:grpChg>
        <pc:picChg chg="add del mod">
          <ac:chgData name="Ilan Aura" userId="9e8934db47734cb3" providerId="LiveId" clId="{6C18E506-461F-4D80-B21E-8F6734D6B641}" dt="2026-06-17T11:49:58.919" v="8014" actId="478"/>
          <ac:picMkLst>
            <pc:docMk/>
            <pc:sldMk cId="73754564" sldId="267"/>
            <ac:picMk id="3" creationId="{56C1A6EB-3EC0-8EC7-A3E4-5EC83BFACD32}"/>
          </ac:picMkLst>
        </pc:picChg>
        <pc:picChg chg="add del mod">
          <ac:chgData name="Ilan Aura" userId="9e8934db47734cb3" providerId="LiveId" clId="{6C18E506-461F-4D80-B21E-8F6734D6B641}" dt="2026-06-17T09:03:37.649" v="5364" actId="478"/>
          <ac:picMkLst>
            <pc:docMk/>
            <pc:sldMk cId="73754564" sldId="267"/>
            <ac:picMk id="6" creationId="{F16FE2CE-8E76-26F8-547D-F3E26C640FBA}"/>
          </ac:picMkLst>
        </pc:picChg>
        <pc:picChg chg="add del mod">
          <ac:chgData name="Ilan Aura" userId="9e8934db47734cb3" providerId="LiveId" clId="{6C18E506-461F-4D80-B21E-8F6734D6B641}" dt="2026-06-17T12:34:49.073" v="8744" actId="478"/>
          <ac:picMkLst>
            <pc:docMk/>
            <pc:sldMk cId="73754564" sldId="267"/>
            <ac:picMk id="8" creationId="{00705881-F672-B772-5269-8494924BE5F9}"/>
          </ac:picMkLst>
        </pc:picChg>
        <pc:picChg chg="add del mod">
          <ac:chgData name="Ilan Aura" userId="9e8934db47734cb3" providerId="LiveId" clId="{6C18E506-461F-4D80-B21E-8F6734D6B641}" dt="2026-06-17T12:32:37.150" v="8727" actId="478"/>
          <ac:picMkLst>
            <pc:docMk/>
            <pc:sldMk cId="73754564" sldId="267"/>
            <ac:picMk id="12" creationId="{FCDDFBAB-6B23-57D4-8ADE-A806142E464C}"/>
          </ac:picMkLst>
        </pc:picChg>
        <pc:picChg chg="add del mod">
          <ac:chgData name="Ilan Aura" userId="9e8934db47734cb3" providerId="LiveId" clId="{6C18E506-461F-4D80-B21E-8F6734D6B641}" dt="2026-06-17T12:34:47.493" v="8742" actId="478"/>
          <ac:picMkLst>
            <pc:docMk/>
            <pc:sldMk cId="73754564" sldId="267"/>
            <ac:picMk id="14" creationId="{12B1B48A-B7DB-6004-74E5-02E3F5151739}"/>
          </ac:picMkLst>
        </pc:picChg>
        <pc:picChg chg="add del mod">
          <ac:chgData name="Ilan Aura" userId="9e8934db47734cb3" providerId="LiveId" clId="{6C18E506-461F-4D80-B21E-8F6734D6B641}" dt="2026-06-17T12:36:21.393" v="8752" actId="478"/>
          <ac:picMkLst>
            <pc:docMk/>
            <pc:sldMk cId="73754564" sldId="267"/>
            <ac:picMk id="16" creationId="{0C869928-D767-07A9-3B28-5D52EB0EDBF1}"/>
          </ac:picMkLst>
        </pc:picChg>
        <pc:picChg chg="add mod">
          <ac:chgData name="Ilan Aura" userId="9e8934db47734cb3" providerId="LiveId" clId="{6C18E506-461F-4D80-B21E-8F6734D6B641}" dt="2026-06-17T12:37:09.695" v="8760" actId="14100"/>
          <ac:picMkLst>
            <pc:docMk/>
            <pc:sldMk cId="73754564" sldId="267"/>
            <ac:picMk id="18" creationId="{72D5BA33-81B5-6109-A5E7-7FBA13798FA7}"/>
          </ac:picMkLst>
        </pc:picChg>
        <pc:picChg chg="add del mod modCrop">
          <ac:chgData name="Ilan Aura" userId="9e8934db47734cb3" providerId="LiveId" clId="{6C18E506-461F-4D80-B21E-8F6734D6B641}" dt="2026-06-17T08:55:06.717" v="5330" actId="478"/>
          <ac:picMkLst>
            <pc:docMk/>
            <pc:sldMk cId="73754564" sldId="267"/>
            <ac:picMk id="37" creationId="{64336F12-62A0-B938-C332-8E5B24C39777}"/>
          </ac:picMkLst>
        </pc:picChg>
        <pc:picChg chg="add del mod">
          <ac:chgData name="Ilan Aura" userId="9e8934db47734cb3" providerId="LiveId" clId="{6C18E506-461F-4D80-B21E-8F6734D6B641}" dt="2026-06-17T08:53:41.951" v="5304" actId="21"/>
          <ac:picMkLst>
            <pc:docMk/>
            <pc:sldMk cId="73754564" sldId="267"/>
            <ac:picMk id="54" creationId="{563DF73F-73E6-C6C9-0A5C-D68ECFD53E6D}"/>
          </ac:picMkLst>
        </pc:picChg>
        <pc:picChg chg="add del">
          <ac:chgData name="Ilan Aura" userId="9e8934db47734cb3" providerId="LiveId" clId="{6C18E506-461F-4D80-B21E-8F6734D6B641}" dt="2026-06-17T09:02:56.982" v="5358" actId="478"/>
          <ac:picMkLst>
            <pc:docMk/>
            <pc:sldMk cId="73754564" sldId="267"/>
            <ac:picMk id="68" creationId="{0B3CED20-0703-717C-2BD6-3D8F5BACB624}"/>
          </ac:picMkLst>
        </pc:picChg>
        <pc:picChg chg="add del mod">
          <ac:chgData name="Ilan Aura" userId="9e8934db47734cb3" providerId="LiveId" clId="{6C18E506-461F-4D80-B21E-8F6734D6B641}" dt="2026-06-17T09:02:55.569" v="5357" actId="478"/>
          <ac:picMkLst>
            <pc:docMk/>
            <pc:sldMk cId="73754564" sldId="267"/>
            <ac:picMk id="69" creationId="{6423A821-5848-BBD7-29B8-FA2C5E415060}"/>
          </ac:picMkLst>
        </pc:picChg>
        <pc:picChg chg="add mod">
          <ac:chgData name="Ilan Aura" userId="9e8934db47734cb3" providerId="LiveId" clId="{6C18E506-461F-4D80-B21E-8F6734D6B641}" dt="2026-06-17T09:07:25.808" v="5375" actId="1076"/>
          <ac:picMkLst>
            <pc:docMk/>
            <pc:sldMk cId="73754564" sldId="267"/>
            <ac:picMk id="71" creationId="{2697D853-E069-6DCB-2B48-944310912D9E}"/>
          </ac:picMkLst>
        </pc:picChg>
      </pc:sldChg>
      <pc:sldChg chg="addSp delSp modSp add mod">
        <pc:chgData name="Ilan Aura" userId="9e8934db47734cb3" providerId="LiveId" clId="{6C18E506-461F-4D80-B21E-8F6734D6B641}" dt="2026-06-17T17:43:46.735" v="10547" actId="20577"/>
        <pc:sldMkLst>
          <pc:docMk/>
          <pc:sldMk cId="1981008911" sldId="268"/>
        </pc:sldMkLst>
        <pc:spChg chg="add mod">
          <ac:chgData name="Ilan Aura" userId="9e8934db47734cb3" providerId="LiveId" clId="{6C18E506-461F-4D80-B21E-8F6734D6B641}" dt="2026-06-14T09:35:23.873" v="2702" actId="14100"/>
          <ac:spMkLst>
            <pc:docMk/>
            <pc:sldMk cId="1981008911" sldId="268"/>
            <ac:spMk id="38" creationId="{8D57FD8D-7A46-D578-13EE-A8193D9175BB}"/>
          </ac:spMkLst>
        </pc:spChg>
        <pc:spChg chg="add mod">
          <ac:chgData name="Ilan Aura" userId="9e8934db47734cb3" providerId="LiveId" clId="{6C18E506-461F-4D80-B21E-8F6734D6B641}" dt="2026-06-17T17:43:46.735" v="10547" actId="20577"/>
          <ac:spMkLst>
            <pc:docMk/>
            <pc:sldMk cId="1981008911" sldId="268"/>
            <ac:spMk id="40" creationId="{C8B777B1-409F-45C5-71F8-EC3FCA088308}"/>
          </ac:spMkLst>
        </pc:spChg>
        <pc:spChg chg="add mod">
          <ac:chgData name="Ilan Aura" userId="9e8934db47734cb3" providerId="LiveId" clId="{6C18E506-461F-4D80-B21E-8F6734D6B641}" dt="2026-06-14T09:34:50.901" v="2689" actId="1076"/>
          <ac:spMkLst>
            <pc:docMk/>
            <pc:sldMk cId="1981008911" sldId="268"/>
            <ac:spMk id="74" creationId="{E6692F92-0BA9-D68E-44B3-A19E4862D443}"/>
          </ac:spMkLst>
        </pc:spChg>
        <pc:spChg chg="add mod">
          <ac:chgData name="Ilan Aura" userId="9e8934db47734cb3" providerId="LiveId" clId="{6C18E506-461F-4D80-B21E-8F6734D6B641}" dt="2026-06-14T09:35:55.143" v="2706" actId="207"/>
          <ac:spMkLst>
            <pc:docMk/>
            <pc:sldMk cId="1981008911" sldId="268"/>
            <ac:spMk id="75" creationId="{AA8F2F3E-0EAF-CC10-3260-32F5599C6E8C}"/>
          </ac:spMkLst>
        </pc:spChg>
        <pc:spChg chg="add mod">
          <ac:chgData name="Ilan Aura" userId="9e8934db47734cb3" providerId="LiveId" clId="{6C18E506-461F-4D80-B21E-8F6734D6B641}" dt="2026-06-14T09:34:50.901" v="2689" actId="1076"/>
          <ac:spMkLst>
            <pc:docMk/>
            <pc:sldMk cId="1981008911" sldId="268"/>
            <ac:spMk id="76" creationId="{603D76BB-F275-63FF-28CB-FACC0225CF0B}"/>
          </ac:spMkLst>
        </pc:spChg>
        <pc:spChg chg="add mod">
          <ac:chgData name="Ilan Aura" userId="9e8934db47734cb3" providerId="LiveId" clId="{6C18E506-461F-4D80-B21E-8F6734D6B641}" dt="2026-06-14T09:36:06.861" v="2708" actId="14100"/>
          <ac:spMkLst>
            <pc:docMk/>
            <pc:sldMk cId="1981008911" sldId="268"/>
            <ac:spMk id="77" creationId="{220C2483-C336-F339-61E2-BE9A0CD90F99}"/>
          </ac:spMkLst>
        </pc:spChg>
        <pc:spChg chg="add mod">
          <ac:chgData name="Ilan Aura" userId="9e8934db47734cb3" providerId="LiveId" clId="{6C18E506-461F-4D80-B21E-8F6734D6B641}" dt="2026-06-17T14:06:58.196" v="9461" actId="207"/>
          <ac:spMkLst>
            <pc:docMk/>
            <pc:sldMk cId="1981008911" sldId="268"/>
            <ac:spMk id="78" creationId="{938BB83E-5373-CC74-9C1C-D5351C40B59E}"/>
          </ac:spMkLst>
        </pc:spChg>
        <pc:spChg chg="add mod">
          <ac:chgData name="Ilan Aura" userId="9e8934db47734cb3" providerId="LiveId" clId="{6C18E506-461F-4D80-B21E-8F6734D6B641}" dt="2026-06-14T13:14:10.577" v="3646" actId="20577"/>
          <ac:spMkLst>
            <pc:docMk/>
            <pc:sldMk cId="1981008911" sldId="268"/>
            <ac:spMk id="80" creationId="{B9444456-B89C-4796-DD17-CBA51A553AC4}"/>
          </ac:spMkLst>
        </pc:spChg>
        <pc:spChg chg="add mod">
          <ac:chgData name="Ilan Aura" userId="9e8934db47734cb3" providerId="LiveId" clId="{6C18E506-461F-4D80-B21E-8F6734D6B641}" dt="2026-06-14T09:36:38.259" v="2733" actId="1076"/>
          <ac:spMkLst>
            <pc:docMk/>
            <pc:sldMk cId="1981008911" sldId="268"/>
            <ac:spMk id="84" creationId="{06606D31-1634-9555-3ACB-22AA03F571CF}"/>
          </ac:spMkLst>
        </pc:spChg>
        <pc:spChg chg="add mod">
          <ac:chgData name="Ilan Aura" userId="9e8934db47734cb3" providerId="LiveId" clId="{6C18E506-461F-4D80-B21E-8F6734D6B641}" dt="2026-06-17T14:07:00.727" v="9462" actId="207"/>
          <ac:spMkLst>
            <pc:docMk/>
            <pc:sldMk cId="1981008911" sldId="268"/>
            <ac:spMk id="85" creationId="{46093623-0FDE-CF68-0666-1D5379673371}"/>
          </ac:spMkLst>
        </pc:spChg>
        <pc:spChg chg="add mod">
          <ac:chgData name="Ilan Aura" userId="9e8934db47734cb3" providerId="LiveId" clId="{6C18E506-461F-4D80-B21E-8F6734D6B641}" dt="2026-06-14T09:38:18.838" v="2821" actId="122"/>
          <ac:spMkLst>
            <pc:docMk/>
            <pc:sldMk cId="1981008911" sldId="268"/>
            <ac:spMk id="86" creationId="{256EB806-635D-D55D-6125-CF921C8A9031}"/>
          </ac:spMkLst>
        </pc:spChg>
        <pc:picChg chg="add mod">
          <ac:chgData name="Ilan Aura" userId="9e8934db47734cb3" providerId="LiveId" clId="{6C18E506-461F-4D80-B21E-8F6734D6B641}" dt="2026-06-17T14:03:25.638" v="9407" actId="1076"/>
          <ac:picMkLst>
            <pc:docMk/>
            <pc:sldMk cId="1981008911" sldId="268"/>
            <ac:picMk id="44" creationId="{F9AD6C10-206A-09AB-EA62-50C8C87B384D}"/>
          </ac:picMkLst>
        </pc:picChg>
        <pc:picChg chg="add mod">
          <ac:chgData name="Ilan Aura" userId="9e8934db47734cb3" providerId="LiveId" clId="{6C18E506-461F-4D80-B21E-8F6734D6B641}" dt="2026-06-14T09:34:54.456" v="2690" actId="14100"/>
          <ac:picMkLst>
            <pc:docMk/>
            <pc:sldMk cId="1981008911" sldId="268"/>
            <ac:picMk id="50" creationId="{E6C9433A-38EE-96F5-AC0B-49D5B5EAC5B7}"/>
          </ac:picMkLst>
        </pc:picChg>
        <pc:cxnChg chg="add mod">
          <ac:chgData name="Ilan Aura" userId="9e8934db47734cb3" providerId="LiveId" clId="{6C18E506-461F-4D80-B21E-8F6734D6B641}" dt="2026-06-14T09:35:30.990" v="2703" actId="14100"/>
          <ac:cxnSpMkLst>
            <pc:docMk/>
            <pc:sldMk cId="1981008911" sldId="268"/>
            <ac:cxnSpMk id="69" creationId="{28E344E8-FB57-EA54-8AFD-3C6FFBB5F96E}"/>
          </ac:cxnSpMkLst>
        </pc:cxnChg>
        <pc:cxnChg chg="add mod">
          <ac:chgData name="Ilan Aura" userId="9e8934db47734cb3" providerId="LiveId" clId="{6C18E506-461F-4D80-B21E-8F6734D6B641}" dt="2026-06-14T09:34:50.901" v="2689" actId="1076"/>
          <ac:cxnSpMkLst>
            <pc:docMk/>
            <pc:sldMk cId="1981008911" sldId="268"/>
            <ac:cxnSpMk id="72" creationId="{11C2F517-BFD5-B236-A68B-872EBCA4943E}"/>
          </ac:cxnSpMkLst>
        </pc:cxnChg>
        <pc:cxnChg chg="add mod">
          <ac:chgData name="Ilan Aura" userId="9e8934db47734cb3" providerId="LiveId" clId="{6C18E506-461F-4D80-B21E-8F6734D6B641}" dt="2026-06-14T09:34:50.901" v="2689" actId="1076"/>
          <ac:cxnSpMkLst>
            <pc:docMk/>
            <pc:sldMk cId="1981008911" sldId="268"/>
            <ac:cxnSpMk id="73" creationId="{03D43720-1CDB-42E2-9FCD-1F3B8F4AA0C4}"/>
          </ac:cxnSpMkLst>
        </pc:cxnChg>
        <pc:cxnChg chg="mod">
          <ac:chgData name="Ilan Aura" userId="9e8934db47734cb3" providerId="LiveId" clId="{6C18E506-461F-4D80-B21E-8F6734D6B641}" dt="2026-06-14T09:36:06.861" v="2708" actId="14100"/>
          <ac:cxnSpMkLst>
            <pc:docMk/>
            <pc:sldMk cId="1981008911" sldId="268"/>
            <ac:cxnSpMk id="79" creationId="{4CA0D53F-AEEB-F574-DE8F-EE6B6903714D}"/>
          </ac:cxnSpMkLst>
        </pc:cxnChg>
      </pc:sldChg>
      <pc:sldChg chg="addSp delSp modSp add mod ord modNotesTx">
        <pc:chgData name="Ilan Aura" userId="9e8934db47734cb3" providerId="LiveId" clId="{6C18E506-461F-4D80-B21E-8F6734D6B641}" dt="2026-06-17T17:03:33.332" v="10245" actId="20577"/>
        <pc:sldMkLst>
          <pc:docMk/>
          <pc:sldMk cId="3445557405" sldId="270"/>
        </pc:sldMkLst>
        <pc:spChg chg="add mod">
          <ac:chgData name="Ilan Aura" userId="9e8934db47734cb3" providerId="LiveId" clId="{6C18E506-461F-4D80-B21E-8F6734D6B641}" dt="2026-06-17T09:00:21.337" v="5334" actId="1076"/>
          <ac:spMkLst>
            <pc:docMk/>
            <pc:sldMk cId="3445557405" sldId="270"/>
            <ac:spMk id="2" creationId="{7A8AB324-7FDF-0BAC-D584-FFD861E33E5D}"/>
          </ac:spMkLst>
        </pc:spChg>
        <pc:spChg chg="mod">
          <ac:chgData name="Ilan Aura" userId="9e8934db47734cb3" providerId="LiveId" clId="{6C18E506-461F-4D80-B21E-8F6734D6B641}" dt="2026-06-14T10:01:04.535" v="3569" actId="20577"/>
          <ac:spMkLst>
            <pc:docMk/>
            <pc:sldMk cId="3445557405" sldId="270"/>
            <ac:spMk id="6" creationId="{A341329E-7006-285D-BF9A-5377CA67A65D}"/>
          </ac:spMkLst>
        </pc:spChg>
        <pc:spChg chg="add mod">
          <ac:chgData name="Ilan Aura" userId="9e8934db47734cb3" providerId="LiveId" clId="{6C18E506-461F-4D80-B21E-8F6734D6B641}" dt="2026-06-16T19:54:28.501" v="5068" actId="20577"/>
          <ac:spMkLst>
            <pc:docMk/>
            <pc:sldMk cId="3445557405" sldId="270"/>
            <ac:spMk id="8" creationId="{8ED79DB3-6593-333B-06AB-BA5D40BC7514}"/>
          </ac:spMkLst>
        </pc:spChg>
        <pc:spChg chg="add mod">
          <ac:chgData name="Ilan Aura" userId="9e8934db47734cb3" providerId="LiveId" clId="{6C18E506-461F-4D80-B21E-8F6734D6B641}" dt="2026-06-17T17:03:33.332" v="10245" actId="20577"/>
          <ac:spMkLst>
            <pc:docMk/>
            <pc:sldMk cId="3445557405" sldId="270"/>
            <ac:spMk id="10" creationId="{2D7C549E-014D-4394-DEE4-CE0AE71ABF24}"/>
          </ac:spMkLst>
        </pc:spChg>
        <pc:spChg chg="add mod">
          <ac:chgData name="Ilan Aura" userId="9e8934db47734cb3" providerId="LiveId" clId="{6C18E506-461F-4D80-B21E-8F6734D6B641}" dt="2026-06-17T12:48:13.678" v="8862" actId="20577"/>
          <ac:spMkLst>
            <pc:docMk/>
            <pc:sldMk cId="3445557405" sldId="270"/>
            <ac:spMk id="12" creationId="{01F94F24-B035-AB81-8C8B-F2DE933F9611}"/>
          </ac:spMkLst>
        </pc:spChg>
        <pc:spChg chg="add mod">
          <ac:chgData name="Ilan Aura" userId="9e8934db47734cb3" providerId="LiveId" clId="{6C18E506-461F-4D80-B21E-8F6734D6B641}" dt="2026-06-15T09:23:22.421" v="4116" actId="1076"/>
          <ac:spMkLst>
            <pc:docMk/>
            <pc:sldMk cId="3445557405" sldId="270"/>
            <ac:spMk id="14" creationId="{F23AB20A-6F24-CEBB-77F9-11EA6F382F31}"/>
          </ac:spMkLst>
        </pc:spChg>
        <pc:spChg chg="add mod">
          <ac:chgData name="Ilan Aura" userId="9e8934db47734cb3" providerId="LiveId" clId="{6C18E506-461F-4D80-B21E-8F6734D6B641}" dt="2026-06-17T12:02:37.627" v="8450" actId="403"/>
          <ac:spMkLst>
            <pc:docMk/>
            <pc:sldMk cId="3445557405" sldId="270"/>
            <ac:spMk id="16" creationId="{A1A3E917-B61E-B083-D3B8-4C45C4C37397}"/>
          </ac:spMkLst>
        </pc:spChg>
        <pc:spChg chg="add del">
          <ac:chgData name="Ilan Aura" userId="9e8934db47734cb3" providerId="LiveId" clId="{6C18E506-461F-4D80-B21E-8F6734D6B641}" dt="2026-06-17T09:00:11.769" v="5332" actId="478"/>
          <ac:spMkLst>
            <pc:docMk/>
            <pc:sldMk cId="3445557405" sldId="270"/>
            <ac:spMk id="18" creationId="{B06AB500-FD82-F3C5-6931-61D886143BC2}"/>
          </ac:spMkLst>
        </pc:spChg>
        <pc:spChg chg="add del">
          <ac:chgData name="Ilan Aura" userId="9e8934db47734cb3" providerId="LiveId" clId="{6C18E506-461F-4D80-B21E-8F6734D6B641}" dt="2026-06-16T07:18:56.324" v="4321" actId="478"/>
          <ac:spMkLst>
            <pc:docMk/>
            <pc:sldMk cId="3445557405" sldId="270"/>
            <ac:spMk id="20" creationId="{9B3FD6EC-87F0-2E2A-3808-DAB6765E86B1}"/>
          </ac:spMkLst>
        </pc:spChg>
        <pc:grpChg chg="mod">
          <ac:chgData name="Ilan Aura" userId="9e8934db47734cb3" providerId="LiveId" clId="{6C18E506-461F-4D80-B21E-8F6734D6B641}" dt="2026-06-16T19:54:08.222" v="5055" actId="1076"/>
          <ac:grpSpMkLst>
            <pc:docMk/>
            <pc:sldMk cId="3445557405" sldId="270"/>
            <ac:grpSpMk id="4" creationId="{16F8CCAC-E547-9FB3-BB9C-9ADA06FE5A07}"/>
          </ac:grpSpMkLst>
        </pc:grpChg>
        <pc:picChg chg="add del mod">
          <ac:chgData name="Ilan Aura" userId="9e8934db47734cb3" providerId="LiveId" clId="{6C18E506-461F-4D80-B21E-8F6734D6B641}" dt="2026-06-17T09:02:10.525" v="5350" actId="478"/>
          <ac:picMkLst>
            <pc:docMk/>
            <pc:sldMk cId="3445557405" sldId="270"/>
            <ac:picMk id="9" creationId="{B2877D26-5D2F-358C-A975-DF422622D7EB}"/>
          </ac:picMkLst>
        </pc:picChg>
        <pc:picChg chg="add del mod">
          <ac:chgData name="Ilan Aura" userId="9e8934db47734cb3" providerId="LiveId" clId="{6C18E506-461F-4D80-B21E-8F6734D6B641}" dt="2026-06-17T09:02:10.036" v="5349" actId="478"/>
          <ac:picMkLst>
            <pc:docMk/>
            <pc:sldMk cId="3445557405" sldId="270"/>
            <ac:picMk id="13" creationId="{A4A8F52C-C6FE-CE61-5849-61961C5CE2FA}"/>
          </ac:picMkLst>
        </pc:picChg>
        <pc:picChg chg="add mod">
          <ac:chgData name="Ilan Aura" userId="9e8934db47734cb3" providerId="LiveId" clId="{6C18E506-461F-4D80-B21E-8F6734D6B641}" dt="2026-06-17T14:24:38.470" v="9501" actId="14100"/>
          <ac:picMkLst>
            <pc:docMk/>
            <pc:sldMk cId="3445557405" sldId="270"/>
            <ac:picMk id="17" creationId="{239ACB46-5ED0-F6CF-699C-D887D3C658A5}"/>
          </ac:picMkLst>
        </pc:picChg>
      </pc:sldChg>
      <pc:sldChg chg="addSp delSp modSp add mod">
        <pc:chgData name="Ilan Aura" userId="9e8934db47734cb3" providerId="LiveId" clId="{6C18E506-461F-4D80-B21E-8F6734D6B641}" dt="2026-06-17T09:36:56.400" v="5780" actId="20577"/>
        <pc:sldMkLst>
          <pc:docMk/>
          <pc:sldMk cId="3856062435" sldId="271"/>
        </pc:sldMkLst>
        <pc:spChg chg="mod">
          <ac:chgData name="Ilan Aura" userId="9e8934db47734cb3" providerId="LiveId" clId="{6C18E506-461F-4D80-B21E-8F6734D6B641}" dt="2026-06-14T10:01:57.177" v="3632" actId="1076"/>
          <ac:spMkLst>
            <pc:docMk/>
            <pc:sldMk cId="3856062435" sldId="271"/>
            <ac:spMk id="3" creationId="{18518EDB-E1E8-54C6-4683-7F5688786961}"/>
          </ac:spMkLst>
        </pc:spChg>
        <pc:graphicFrameChg chg="add mod modGraphic">
          <ac:chgData name="Ilan Aura" userId="9e8934db47734cb3" providerId="LiveId" clId="{6C18E506-461F-4D80-B21E-8F6734D6B641}" dt="2026-06-17T09:36:56.400" v="5780" actId="20577"/>
          <ac:graphicFrameMkLst>
            <pc:docMk/>
            <pc:sldMk cId="3856062435" sldId="271"/>
            <ac:graphicFrameMk id="8" creationId="{B55EAC4C-90DE-7C07-2059-DBB7C63A7841}"/>
          </ac:graphicFrameMkLst>
        </pc:graphicFrameChg>
      </pc:sldChg>
      <pc:sldChg chg="addSp modSp add mod">
        <pc:chgData name="Ilan Aura" userId="9e8934db47734cb3" providerId="LiveId" clId="{6C18E506-461F-4D80-B21E-8F6734D6B641}" dt="2026-06-17T09:39:07.763" v="5793" actId="207"/>
        <pc:sldMkLst>
          <pc:docMk/>
          <pc:sldMk cId="1058436525" sldId="272"/>
        </pc:sldMkLst>
        <pc:spChg chg="mod">
          <ac:chgData name="Ilan Aura" userId="9e8934db47734cb3" providerId="LiveId" clId="{6C18E506-461F-4D80-B21E-8F6734D6B641}" dt="2026-06-14T10:03:45.072" v="3639" actId="20577"/>
          <ac:spMkLst>
            <pc:docMk/>
            <pc:sldMk cId="1058436525" sldId="272"/>
            <ac:spMk id="3" creationId="{42DE0722-CE60-F8C8-F82E-F734161F2B19}"/>
          </ac:spMkLst>
        </pc:spChg>
        <pc:graphicFrameChg chg="add mod modGraphic">
          <ac:chgData name="Ilan Aura" userId="9e8934db47734cb3" providerId="LiveId" clId="{6C18E506-461F-4D80-B21E-8F6734D6B641}" dt="2026-06-17T09:39:07.763" v="5793" actId="207"/>
          <ac:graphicFrameMkLst>
            <pc:docMk/>
            <pc:sldMk cId="1058436525" sldId="272"/>
            <ac:graphicFrameMk id="2" creationId="{B2431C3E-33A8-C2F8-5129-4E92031D40E9}"/>
          </ac:graphicFrameMkLst>
        </pc:graphicFrameChg>
      </pc:sldChg>
      <pc:sldChg chg="addSp delSp modSp add mod">
        <pc:chgData name="Ilan Aura" userId="9e8934db47734cb3" providerId="LiveId" clId="{6C18E506-461F-4D80-B21E-8F6734D6B641}" dt="2026-06-17T09:47:01.177" v="5813" actId="1076"/>
        <pc:sldMkLst>
          <pc:docMk/>
          <pc:sldMk cId="1405207311" sldId="273"/>
        </pc:sldMkLst>
        <pc:spChg chg="mod">
          <ac:chgData name="Ilan Aura" userId="9e8934db47734cb3" providerId="LiveId" clId="{6C18E506-461F-4D80-B21E-8F6734D6B641}" dt="2026-06-17T09:46:28.955" v="5808" actId="20577"/>
          <ac:spMkLst>
            <pc:docMk/>
            <pc:sldMk cId="1405207311" sldId="273"/>
            <ac:spMk id="3" creationId="{2A43BDDF-1D4E-F96D-24EF-2EAEB17B494E}"/>
          </ac:spMkLst>
        </pc:spChg>
        <pc:picChg chg="add mod">
          <ac:chgData name="Ilan Aura" userId="9e8934db47734cb3" providerId="LiveId" clId="{6C18E506-461F-4D80-B21E-8F6734D6B641}" dt="2026-06-17T09:47:01.177" v="5813" actId="1076"/>
          <ac:picMkLst>
            <pc:docMk/>
            <pc:sldMk cId="1405207311" sldId="273"/>
            <ac:picMk id="2" creationId="{4A461E40-A7F8-9150-2F6E-95DCD613B7F6}"/>
          </ac:picMkLst>
        </pc:picChg>
        <pc:picChg chg="add mod">
          <ac:chgData name="Ilan Aura" userId="9e8934db47734cb3" providerId="LiveId" clId="{6C18E506-461F-4D80-B21E-8F6734D6B641}" dt="2026-06-17T07:03:46.420" v="5076" actId="14100"/>
          <ac:picMkLst>
            <pc:docMk/>
            <pc:sldMk cId="1405207311" sldId="273"/>
            <ac:picMk id="8" creationId="{8BC8C1BE-A16C-C392-1400-0D6A3888C8D9}"/>
          </ac:picMkLst>
        </pc:picChg>
        <pc:picChg chg="add del mod">
          <ac:chgData name="Ilan Aura" userId="9e8934db47734cb3" providerId="LiveId" clId="{6C18E506-461F-4D80-B21E-8F6734D6B641}" dt="2026-06-17T07:03:22.190" v="5069" actId="478"/>
          <ac:picMkLst>
            <pc:docMk/>
            <pc:sldMk cId="1405207311" sldId="273"/>
            <ac:picMk id="10" creationId="{28E51D69-CD75-4F33-A510-89B5014CCF44}"/>
          </ac:picMkLst>
        </pc:picChg>
      </pc:sldChg>
      <pc:sldChg chg="addSp delSp modSp add mod">
        <pc:chgData name="Ilan Aura" userId="9e8934db47734cb3" providerId="LiveId" clId="{6C18E506-461F-4D80-B21E-8F6734D6B641}" dt="2026-06-17T14:53:27.785" v="9534" actId="14100"/>
        <pc:sldMkLst>
          <pc:docMk/>
          <pc:sldMk cId="3541594870" sldId="274"/>
        </pc:sldMkLst>
        <pc:spChg chg="mod">
          <ac:chgData name="Ilan Aura" userId="9e8934db47734cb3" providerId="LiveId" clId="{6C18E506-461F-4D80-B21E-8F6734D6B641}" dt="2026-06-15T06:25:45.489" v="3976" actId="207"/>
          <ac:spMkLst>
            <pc:docMk/>
            <pc:sldMk cId="3541594870" sldId="274"/>
            <ac:spMk id="3" creationId="{12FAFE4F-72F0-BC86-735F-B92724B6A393}"/>
          </ac:spMkLst>
        </pc:spChg>
        <pc:spChg chg="mod">
          <ac:chgData name="Ilan Aura" userId="9e8934db47734cb3" providerId="LiveId" clId="{6C18E506-461F-4D80-B21E-8F6734D6B641}" dt="2026-06-16T07:24:07.057" v="4336" actId="1076"/>
          <ac:spMkLst>
            <pc:docMk/>
            <pc:sldMk cId="3541594870" sldId="274"/>
            <ac:spMk id="5" creationId="{B4D4F042-0608-924A-FE37-ABB4A65BB1FA}"/>
          </ac:spMkLst>
        </pc:spChg>
        <pc:spChg chg="add mod">
          <ac:chgData name="Ilan Aura" userId="9e8934db47734cb3" providerId="LiveId" clId="{6C18E506-461F-4D80-B21E-8F6734D6B641}" dt="2026-06-15T06:18:42.154" v="3921" actId="1076"/>
          <ac:spMkLst>
            <pc:docMk/>
            <pc:sldMk cId="3541594870" sldId="274"/>
            <ac:spMk id="34" creationId="{5542A1DC-427A-D00A-A1C5-B859B2486994}"/>
          </ac:spMkLst>
        </pc:spChg>
        <pc:spChg chg="add mod">
          <ac:chgData name="Ilan Aura" userId="9e8934db47734cb3" providerId="LiveId" clId="{6C18E506-461F-4D80-B21E-8F6734D6B641}" dt="2026-06-16T07:23:40.503" v="4332" actId="1076"/>
          <ac:spMkLst>
            <pc:docMk/>
            <pc:sldMk cId="3541594870" sldId="274"/>
            <ac:spMk id="35" creationId="{6D556DE6-DA8D-D5B6-E87D-FF32C65F7A24}"/>
          </ac:spMkLst>
        </pc:spChg>
        <pc:grpChg chg="mod">
          <ac:chgData name="Ilan Aura" userId="9e8934db47734cb3" providerId="LiveId" clId="{6C18E506-461F-4D80-B21E-8F6734D6B641}" dt="2026-06-15T07:01:33.775" v="4096" actId="962"/>
          <ac:grpSpMkLst>
            <pc:docMk/>
            <pc:sldMk cId="3541594870" sldId="274"/>
            <ac:grpSpMk id="4" creationId="{E5A96C42-6A6C-2933-8A1B-E7948CA00CC6}"/>
          </ac:grpSpMkLst>
        </pc:grpChg>
        <pc:picChg chg="add del mod">
          <ac:chgData name="Ilan Aura" userId="9e8934db47734cb3" providerId="LiveId" clId="{6C18E506-461F-4D80-B21E-8F6734D6B641}" dt="2026-06-16T08:33:54.850" v="4758" actId="478"/>
          <ac:picMkLst>
            <pc:docMk/>
            <pc:sldMk cId="3541594870" sldId="274"/>
            <ac:picMk id="2" creationId="{5D405D2C-32B7-3565-232B-5CD5F4AD4B83}"/>
          </ac:picMkLst>
        </pc:picChg>
        <pc:picChg chg="add del mod">
          <ac:chgData name="Ilan Aura" userId="9e8934db47734cb3" providerId="LiveId" clId="{6C18E506-461F-4D80-B21E-8F6734D6B641}" dt="2026-06-16T08:33:54.669" v="4757" actId="478"/>
          <ac:picMkLst>
            <pc:docMk/>
            <pc:sldMk cId="3541594870" sldId="274"/>
            <ac:picMk id="8" creationId="{F53E7B2E-7B05-6F5F-587F-FC6529945FDC}"/>
          </ac:picMkLst>
        </pc:picChg>
        <pc:picChg chg="add mod modCrop">
          <ac:chgData name="Ilan Aura" userId="9e8934db47734cb3" providerId="LiveId" clId="{6C18E506-461F-4D80-B21E-8F6734D6B641}" dt="2026-06-16T08:33:58.386" v="4760" actId="1076"/>
          <ac:picMkLst>
            <pc:docMk/>
            <pc:sldMk cId="3541594870" sldId="274"/>
            <ac:picMk id="50" creationId="{8D485B08-F879-B31E-34F5-6803FD202888}"/>
          </ac:picMkLst>
        </pc:picChg>
        <pc:picChg chg="add mod">
          <ac:chgData name="Ilan Aura" userId="9e8934db47734cb3" providerId="LiveId" clId="{6C18E506-461F-4D80-B21E-8F6734D6B641}" dt="2026-06-17T09:18:24.986" v="5608" actId="1076"/>
          <ac:picMkLst>
            <pc:docMk/>
            <pc:sldMk cId="3541594870" sldId="274"/>
            <ac:picMk id="51" creationId="{38FD55C8-6E0D-EB87-E757-C3250CF02EB5}"/>
          </ac:picMkLst>
        </pc:picChg>
        <pc:picChg chg="add mod">
          <ac:chgData name="Ilan Aura" userId="9e8934db47734cb3" providerId="LiveId" clId="{6C18E506-461F-4D80-B21E-8F6734D6B641}" dt="2026-06-17T14:53:27.785" v="9534" actId="14100"/>
          <ac:picMkLst>
            <pc:docMk/>
            <pc:sldMk cId="3541594870" sldId="274"/>
            <ac:picMk id="53" creationId="{9D72BECF-F12D-9252-6FD0-20C1DD1DF9EF}"/>
          </ac:picMkLst>
        </pc:picChg>
        <pc:cxnChg chg="add mod">
          <ac:chgData name="Ilan Aura" userId="9e8934db47734cb3" providerId="LiveId" clId="{6C18E506-461F-4D80-B21E-8F6734D6B641}" dt="2026-06-15T09:29:06.570" v="4181" actId="14100"/>
          <ac:cxnSpMkLst>
            <pc:docMk/>
            <pc:sldMk cId="3541594870" sldId="274"/>
            <ac:cxnSpMk id="11" creationId="{55C8BD97-EF11-2159-1F98-271CFCB3B38D}"/>
          </ac:cxnSpMkLst>
        </pc:cxnChg>
        <pc:cxnChg chg="add mod">
          <ac:chgData name="Ilan Aura" userId="9e8934db47734cb3" providerId="LiveId" clId="{6C18E506-461F-4D80-B21E-8F6734D6B641}" dt="2026-06-15T06:18:13.361" v="3913" actId="14100"/>
          <ac:cxnSpMkLst>
            <pc:docMk/>
            <pc:sldMk cId="3541594870" sldId="274"/>
            <ac:cxnSpMk id="15" creationId="{FF881A94-7E4D-A4BA-7261-2B77782C51EB}"/>
          </ac:cxnSpMkLst>
        </pc:cxnChg>
        <pc:cxnChg chg="add mod">
          <ac:chgData name="Ilan Aura" userId="9e8934db47734cb3" providerId="LiveId" clId="{6C18E506-461F-4D80-B21E-8F6734D6B641}" dt="2026-06-15T06:18:16.885" v="3914" actId="1076"/>
          <ac:cxnSpMkLst>
            <pc:docMk/>
            <pc:sldMk cId="3541594870" sldId="274"/>
            <ac:cxnSpMk id="16" creationId="{F9D44C78-3900-53A6-1ED2-3767E074FFAB}"/>
          </ac:cxnSpMkLst>
        </pc:cxnChg>
        <pc:cxnChg chg="add mod">
          <ac:chgData name="Ilan Aura" userId="9e8934db47734cb3" providerId="LiveId" clId="{6C18E506-461F-4D80-B21E-8F6734D6B641}" dt="2026-06-15T06:19:11.568" v="3927" actId="1076"/>
          <ac:cxnSpMkLst>
            <pc:docMk/>
            <pc:sldMk cId="3541594870" sldId="274"/>
            <ac:cxnSpMk id="19" creationId="{483B5DB6-AB0B-C9D4-CD56-3506D527C4A0}"/>
          </ac:cxnSpMkLst>
        </pc:cxnChg>
        <pc:cxnChg chg="add mod">
          <ac:chgData name="Ilan Aura" userId="9e8934db47734cb3" providerId="LiveId" clId="{6C18E506-461F-4D80-B21E-8F6734D6B641}" dt="2026-06-16T07:23:57.339" v="4333" actId="208"/>
          <ac:cxnSpMkLst>
            <pc:docMk/>
            <pc:sldMk cId="3541594870" sldId="274"/>
            <ac:cxnSpMk id="26" creationId="{CD663FBF-9435-E8E0-14B2-24B462D19F79}"/>
          </ac:cxnSpMkLst>
        </pc:cxnChg>
        <pc:cxnChg chg="add mod">
          <ac:chgData name="Ilan Aura" userId="9e8934db47734cb3" providerId="LiveId" clId="{6C18E506-461F-4D80-B21E-8F6734D6B641}" dt="2026-06-16T07:24:04.754" v="4334" actId="208"/>
          <ac:cxnSpMkLst>
            <pc:docMk/>
            <pc:sldMk cId="3541594870" sldId="274"/>
            <ac:cxnSpMk id="27" creationId="{FDF7D758-7291-EC0C-C062-7AAA91367A1B}"/>
          </ac:cxnSpMkLst>
        </pc:cxnChg>
        <pc:cxnChg chg="add mod">
          <ac:chgData name="Ilan Aura" userId="9e8934db47734cb3" providerId="LiveId" clId="{6C18E506-461F-4D80-B21E-8F6734D6B641}" dt="2026-06-15T06:18:35.823" v="3918" actId="14100"/>
          <ac:cxnSpMkLst>
            <pc:docMk/>
            <pc:sldMk cId="3541594870" sldId="274"/>
            <ac:cxnSpMk id="32" creationId="{1F654E22-6494-1D39-5011-F83F84BA1E91}"/>
          </ac:cxnSpMkLst>
        </pc:cxnChg>
      </pc:sldChg>
      <pc:sldChg chg="addSp delSp modSp add mod">
        <pc:chgData name="Ilan Aura" userId="9e8934db47734cb3" providerId="LiveId" clId="{6C18E506-461F-4D80-B21E-8F6734D6B641}" dt="2026-06-17T09:46:24.536" v="5807" actId="20577"/>
        <pc:sldMkLst>
          <pc:docMk/>
          <pc:sldMk cId="1166583874" sldId="275"/>
        </pc:sldMkLst>
        <pc:spChg chg="mod">
          <ac:chgData name="Ilan Aura" userId="9e8934db47734cb3" providerId="LiveId" clId="{6C18E506-461F-4D80-B21E-8F6734D6B641}" dt="2026-06-17T09:46:24.536" v="5807" actId="20577"/>
          <ac:spMkLst>
            <pc:docMk/>
            <pc:sldMk cId="1166583874" sldId="275"/>
            <ac:spMk id="3" creationId="{994EF157-3C3B-1C8B-87E9-5350D6EA9760}"/>
          </ac:spMkLst>
        </pc:spChg>
        <pc:picChg chg="add mod">
          <ac:chgData name="Ilan Aura" userId="9e8934db47734cb3" providerId="LiveId" clId="{6C18E506-461F-4D80-B21E-8F6734D6B641}" dt="2026-06-17T09:43:57.848" v="5800" actId="962"/>
          <ac:picMkLst>
            <pc:docMk/>
            <pc:sldMk cId="1166583874" sldId="275"/>
            <ac:picMk id="8" creationId="{6C0819F8-1C76-FFB1-0484-3A41F1EB9613}"/>
          </ac:picMkLst>
        </pc:picChg>
        <pc:picChg chg="add mod">
          <ac:chgData name="Ilan Aura" userId="9e8934db47734cb3" providerId="LiveId" clId="{6C18E506-461F-4D80-B21E-8F6734D6B641}" dt="2026-06-17T09:45:20.867" v="5806" actId="1076"/>
          <ac:picMkLst>
            <pc:docMk/>
            <pc:sldMk cId="1166583874" sldId="275"/>
            <ac:picMk id="9" creationId="{99F9CB1F-3864-0BE5-A00C-E6BBD47F4F70}"/>
          </ac:picMkLst>
        </pc:picChg>
        <pc:picChg chg="add del mod">
          <ac:chgData name="Ilan Aura" userId="9e8934db47734cb3" providerId="LiveId" clId="{6C18E506-461F-4D80-B21E-8F6734D6B641}" dt="2026-06-17T09:43:39.623" v="5794" actId="478"/>
          <ac:picMkLst>
            <pc:docMk/>
            <pc:sldMk cId="1166583874" sldId="275"/>
            <ac:picMk id="10" creationId="{B8DEBE80-7D08-CC48-CA32-A13B06C74BC7}"/>
          </ac:picMkLst>
        </pc:picChg>
        <pc:picChg chg="add del mod">
          <ac:chgData name="Ilan Aura" userId="9e8934db47734cb3" providerId="LiveId" clId="{6C18E506-461F-4D80-B21E-8F6734D6B641}" dt="2026-06-17T07:03:26.006" v="5070" actId="478"/>
          <ac:picMkLst>
            <pc:docMk/>
            <pc:sldMk cId="1166583874" sldId="275"/>
            <ac:picMk id="12" creationId="{9771189D-1872-0997-C4FF-7DD40AF012FD}"/>
          </ac:picMkLst>
        </pc:picChg>
      </pc:sldChg>
      <pc:sldChg chg="addSp delSp modSp add mod ord">
        <pc:chgData name="Ilan Aura" userId="9e8934db47734cb3" providerId="LiveId" clId="{6C18E506-461F-4D80-B21E-8F6734D6B641}" dt="2026-06-17T17:24:57.154" v="10315" actId="20577"/>
        <pc:sldMkLst>
          <pc:docMk/>
          <pc:sldMk cId="3563662779" sldId="276"/>
        </pc:sldMkLst>
        <pc:spChg chg="mod">
          <ac:chgData name="Ilan Aura" userId="9e8934db47734cb3" providerId="LiveId" clId="{6C18E506-461F-4D80-B21E-8F6734D6B641}" dt="2026-06-17T17:24:57.154" v="10315" actId="20577"/>
          <ac:spMkLst>
            <pc:docMk/>
            <pc:sldMk cId="3563662779" sldId="276"/>
            <ac:spMk id="3" creationId="{017AD02E-F4E8-1199-326C-88E9D9315015}"/>
          </ac:spMkLst>
        </pc:spChg>
        <pc:picChg chg="add mod">
          <ac:chgData name="Ilan Aura" userId="9e8934db47734cb3" providerId="LiveId" clId="{6C18E506-461F-4D80-B21E-8F6734D6B641}" dt="2026-06-17T10:56:44.706" v="7224" actId="27614"/>
          <ac:picMkLst>
            <pc:docMk/>
            <pc:sldMk cId="3563662779" sldId="276"/>
            <ac:picMk id="4" creationId="{55ECB60E-BB04-D8D6-230C-1960F2D915C2}"/>
          </ac:picMkLst>
        </pc:picChg>
        <pc:picChg chg="add mod">
          <ac:chgData name="Ilan Aura" userId="9e8934db47734cb3" providerId="LiveId" clId="{6C18E506-461F-4D80-B21E-8F6734D6B641}" dt="2026-06-17T10:57:05.419" v="7232" actId="1076"/>
          <ac:picMkLst>
            <pc:docMk/>
            <pc:sldMk cId="3563662779" sldId="276"/>
            <ac:picMk id="7" creationId="{6F57CE7B-2384-B542-8F33-46979F65739D}"/>
          </ac:picMkLst>
        </pc:picChg>
        <pc:picChg chg="add del mod">
          <ac:chgData name="Ilan Aura" userId="9e8934db47734cb3" providerId="LiveId" clId="{6C18E506-461F-4D80-B21E-8F6734D6B641}" dt="2026-06-17T10:56:38.497" v="7221" actId="478"/>
          <ac:picMkLst>
            <pc:docMk/>
            <pc:sldMk cId="3563662779" sldId="276"/>
            <ac:picMk id="8" creationId="{59847AFC-4C85-C1A6-17D2-31FF7598282D}"/>
          </ac:picMkLst>
        </pc:picChg>
        <pc:picChg chg="add del mod">
          <ac:chgData name="Ilan Aura" userId="9e8934db47734cb3" providerId="LiveId" clId="{6C18E506-461F-4D80-B21E-8F6734D6B641}" dt="2026-06-17T10:56:47.325" v="7225" actId="478"/>
          <ac:picMkLst>
            <pc:docMk/>
            <pc:sldMk cId="3563662779" sldId="276"/>
            <ac:picMk id="10" creationId="{7F039239-5B0D-91A0-CDAA-055422791C1D}"/>
          </ac:picMkLst>
        </pc:picChg>
        <pc:picChg chg="add mod">
          <ac:chgData name="Ilan Aura" userId="9e8934db47734cb3" providerId="LiveId" clId="{6C18E506-461F-4D80-B21E-8F6734D6B641}" dt="2026-06-17T10:57:44.376" v="7240" actId="1076"/>
          <ac:picMkLst>
            <pc:docMk/>
            <pc:sldMk cId="3563662779" sldId="276"/>
            <ac:picMk id="11" creationId="{64A32B11-7799-3FFA-CD7D-B2CBB286A287}"/>
          </ac:picMkLst>
        </pc:picChg>
        <pc:picChg chg="add del mod">
          <ac:chgData name="Ilan Aura" userId="9e8934db47734cb3" providerId="LiveId" clId="{6C18E506-461F-4D80-B21E-8F6734D6B641}" dt="2026-06-17T10:56:49.126" v="7226" actId="478"/>
          <ac:picMkLst>
            <pc:docMk/>
            <pc:sldMk cId="3563662779" sldId="276"/>
            <ac:picMk id="12" creationId="{020CAFEC-6717-08F8-63B3-A6ACCA25D27A}"/>
          </ac:picMkLst>
        </pc:picChg>
      </pc:sldChg>
      <pc:sldChg chg="addSp delSp modSp add mod ord">
        <pc:chgData name="Ilan Aura" userId="9e8934db47734cb3" providerId="LiveId" clId="{6C18E506-461F-4D80-B21E-8F6734D6B641}" dt="2026-06-17T17:25:13.567" v="10322" actId="20577"/>
        <pc:sldMkLst>
          <pc:docMk/>
          <pc:sldMk cId="2277270636" sldId="278"/>
        </pc:sldMkLst>
        <pc:spChg chg="mod">
          <ac:chgData name="Ilan Aura" userId="9e8934db47734cb3" providerId="LiveId" clId="{6C18E506-461F-4D80-B21E-8F6734D6B641}" dt="2026-06-17T17:25:13.567" v="10322" actId="20577"/>
          <ac:spMkLst>
            <pc:docMk/>
            <pc:sldMk cId="2277270636" sldId="278"/>
            <ac:spMk id="3" creationId="{AF3EFAD7-D566-198A-29DC-B6F121A90129}"/>
          </ac:spMkLst>
        </pc:spChg>
        <pc:graphicFrameChg chg="add mod modGraphic">
          <ac:chgData name="Ilan Aura" userId="9e8934db47734cb3" providerId="LiveId" clId="{6C18E506-461F-4D80-B21E-8F6734D6B641}" dt="2026-06-17T10:50:57.282" v="7204"/>
          <ac:graphicFrameMkLst>
            <pc:docMk/>
            <pc:sldMk cId="2277270636" sldId="278"/>
            <ac:graphicFrameMk id="21" creationId="{B251D3B5-9027-E391-97A9-BD2A54FB71C0}"/>
          </ac:graphicFrameMkLst>
        </pc:graphicFrameChg>
      </pc:sldChg>
      <pc:sldChg chg="add del">
        <pc:chgData name="Ilan Aura" userId="9e8934db47734cb3" providerId="LiveId" clId="{6C18E506-461F-4D80-B21E-8F6734D6B641}" dt="2026-06-16T08:34:27.811" v="4761" actId="2696"/>
        <pc:sldMkLst>
          <pc:docMk/>
          <pc:sldMk cId="962187448" sldId="279"/>
        </pc:sldMkLst>
      </pc:sldChg>
      <pc:sldChg chg="addSp delSp modSp add mod">
        <pc:chgData name="Ilan Aura" userId="9e8934db47734cb3" providerId="LiveId" clId="{6C18E506-461F-4D80-B21E-8F6734D6B641}" dt="2026-06-17T17:24:49.075" v="10308" actId="113"/>
        <pc:sldMkLst>
          <pc:docMk/>
          <pc:sldMk cId="587035737" sldId="280"/>
        </pc:sldMkLst>
        <pc:spChg chg="add del mod">
          <ac:chgData name="Ilan Aura" userId="9e8934db47734cb3" providerId="LiveId" clId="{6C18E506-461F-4D80-B21E-8F6734D6B641}" dt="2026-06-17T11:07:27.078" v="7411"/>
          <ac:spMkLst>
            <pc:docMk/>
            <pc:sldMk cId="587035737" sldId="280"/>
            <ac:spMk id="2" creationId="{38CDFB81-2236-2550-9BF8-EAA8D074F1C2}"/>
          </ac:spMkLst>
        </pc:spChg>
        <pc:spChg chg="add del mod">
          <ac:chgData name="Ilan Aura" userId="9e8934db47734cb3" providerId="LiveId" clId="{6C18E506-461F-4D80-B21E-8F6734D6B641}" dt="2026-06-17T11:38:42.842" v="7515" actId="478"/>
          <ac:spMkLst>
            <pc:docMk/>
            <pc:sldMk cId="587035737" sldId="280"/>
            <ac:spMk id="2" creationId="{B827BDD3-2906-684B-DC96-FBA4972D5136}"/>
          </ac:spMkLst>
        </pc:spChg>
        <pc:spChg chg="add del mod">
          <ac:chgData name="Ilan Aura" userId="9e8934db47734cb3" providerId="LiveId" clId="{6C18E506-461F-4D80-B21E-8F6734D6B641}" dt="2026-06-17T09:49:55.270" v="6082"/>
          <ac:spMkLst>
            <pc:docMk/>
            <pc:sldMk cId="587035737" sldId="280"/>
            <ac:spMk id="2" creationId="{F638955C-C7F0-E39C-EFC8-5F3CC65C963B}"/>
          </ac:spMkLst>
        </pc:spChg>
        <pc:spChg chg="add del mod">
          <ac:chgData name="Ilan Aura" userId="9e8934db47734cb3" providerId="LiveId" clId="{6C18E506-461F-4D80-B21E-8F6734D6B641}" dt="2026-06-17T17:24:49.075" v="10308" actId="113"/>
          <ac:spMkLst>
            <pc:docMk/>
            <pc:sldMk cId="587035737" sldId="280"/>
            <ac:spMk id="3" creationId="{E3FFC8E2-E111-4761-D951-ECDA2A247BEB}"/>
          </ac:spMkLst>
        </pc:spChg>
        <pc:spChg chg="add del mod">
          <ac:chgData name="Ilan Aura" userId="9e8934db47734cb3" providerId="LiveId" clId="{6C18E506-461F-4D80-B21E-8F6734D6B641}" dt="2026-06-16T07:16:05.855" v="4276" actId="21"/>
          <ac:spMkLst>
            <pc:docMk/>
            <pc:sldMk cId="587035737" sldId="280"/>
            <ac:spMk id="4" creationId="{FB4FC325-83A6-1119-E16B-13AD1B8488FC}"/>
          </ac:spMkLst>
        </pc:spChg>
        <pc:spChg chg="add del mod">
          <ac:chgData name="Ilan Aura" userId="9e8934db47734cb3" providerId="LiveId" clId="{6C18E506-461F-4D80-B21E-8F6734D6B641}" dt="2026-06-17T10:49:51.644" v="7200"/>
          <ac:spMkLst>
            <pc:docMk/>
            <pc:sldMk cId="587035737" sldId="280"/>
            <ac:spMk id="6" creationId="{527EAFC7-3CA4-2415-C9C4-037D963FC5B1}"/>
          </ac:spMkLst>
        </pc:spChg>
        <pc:spChg chg="add mod">
          <ac:chgData name="Ilan Aura" userId="9e8934db47734cb3" providerId="LiveId" clId="{6C18E506-461F-4D80-B21E-8F6734D6B641}" dt="2026-06-17T11:38:26.210" v="7511" actId="14100"/>
          <ac:spMkLst>
            <pc:docMk/>
            <pc:sldMk cId="587035737" sldId="280"/>
            <ac:spMk id="6" creationId="{B25D4994-53B7-E494-43AE-009F3A6334E0}"/>
          </ac:spMkLst>
        </pc:spChg>
        <pc:spChg chg="add mod">
          <ac:chgData name="Ilan Aura" userId="9e8934db47734cb3" providerId="LiveId" clId="{6C18E506-461F-4D80-B21E-8F6734D6B641}" dt="2026-06-16T07:25:16.440" v="4344" actId="1076"/>
          <ac:spMkLst>
            <pc:docMk/>
            <pc:sldMk cId="587035737" sldId="280"/>
            <ac:spMk id="7" creationId="{E1515C36-E870-19AC-C1E2-264F90CB4628}"/>
          </ac:spMkLst>
        </pc:spChg>
        <pc:spChg chg="add del">
          <ac:chgData name="Ilan Aura" userId="9e8934db47734cb3" providerId="LiveId" clId="{6C18E506-461F-4D80-B21E-8F6734D6B641}" dt="2026-06-17T11:38:37.833" v="7512" actId="478"/>
          <ac:spMkLst>
            <pc:docMk/>
            <pc:sldMk cId="587035737" sldId="280"/>
            <ac:spMk id="9" creationId="{41CFCE8F-FDAB-8E73-F3FD-4A2AB0EC5A7C}"/>
          </ac:spMkLst>
        </pc:spChg>
        <pc:spChg chg="add mod">
          <ac:chgData name="Ilan Aura" userId="9e8934db47734cb3" providerId="LiveId" clId="{6C18E506-461F-4D80-B21E-8F6734D6B641}" dt="2026-06-16T07:24:54.471" v="4338" actId="14100"/>
          <ac:spMkLst>
            <pc:docMk/>
            <pc:sldMk cId="587035737" sldId="280"/>
            <ac:spMk id="11" creationId="{93ABDEB6-E245-C767-F28D-8E2860AD3D9E}"/>
          </ac:spMkLst>
        </pc:spChg>
        <pc:spChg chg="add mod">
          <ac:chgData name="Ilan Aura" userId="9e8934db47734cb3" providerId="LiveId" clId="{6C18E506-461F-4D80-B21E-8F6734D6B641}" dt="2026-06-17T16:29:38.909" v="10194" actId="113"/>
          <ac:spMkLst>
            <pc:docMk/>
            <pc:sldMk cId="587035737" sldId="280"/>
            <ac:spMk id="12" creationId="{1ED6A99B-84C0-B175-DA8B-2409189ECB02}"/>
          </ac:spMkLst>
        </pc:spChg>
        <pc:spChg chg="add mod">
          <ac:chgData name="Ilan Aura" userId="9e8934db47734cb3" providerId="LiveId" clId="{6C18E506-461F-4D80-B21E-8F6734D6B641}" dt="2026-06-17T16:44:29.293" v="10195" actId="313"/>
          <ac:spMkLst>
            <pc:docMk/>
            <pc:sldMk cId="587035737" sldId="280"/>
            <ac:spMk id="14" creationId="{D1C3D4F4-06BE-AE75-104F-D97283DF7504}"/>
          </ac:spMkLst>
        </pc:spChg>
        <pc:spChg chg="add del mod">
          <ac:chgData name="Ilan Aura" userId="9e8934db47734cb3" providerId="LiveId" clId="{6C18E506-461F-4D80-B21E-8F6734D6B641}" dt="2026-06-16T07:28:30.311" v="4382" actId="21"/>
          <ac:spMkLst>
            <pc:docMk/>
            <pc:sldMk cId="587035737" sldId="280"/>
            <ac:spMk id="14" creationId="{FCCDDB67-66B6-E991-42B1-42FBAD26C75C}"/>
          </ac:spMkLst>
        </pc:spChg>
        <pc:spChg chg="add mod">
          <ac:chgData name="Ilan Aura" userId="9e8934db47734cb3" providerId="LiveId" clId="{6C18E506-461F-4D80-B21E-8F6734D6B641}" dt="2026-06-16T07:16:41.958" v="4285" actId="14100"/>
          <ac:spMkLst>
            <pc:docMk/>
            <pc:sldMk cId="587035737" sldId="280"/>
            <ac:spMk id="16" creationId="{EE3AB6C5-2012-874A-C3BD-1C7D0D70B2FA}"/>
          </ac:spMkLst>
        </pc:spChg>
        <pc:spChg chg="add del mod">
          <ac:chgData name="Ilan Aura" userId="9e8934db47734cb3" providerId="LiveId" clId="{6C18E506-461F-4D80-B21E-8F6734D6B641}" dt="2026-06-16T07:28:46.353" v="4388" actId="21"/>
          <ac:spMkLst>
            <pc:docMk/>
            <pc:sldMk cId="587035737" sldId="280"/>
            <ac:spMk id="17" creationId="{892D8A58-8E11-7FDB-4F9B-F47244F133A3}"/>
          </ac:spMkLst>
        </pc:spChg>
        <pc:spChg chg="add del mod">
          <ac:chgData name="Ilan Aura" userId="9e8934db47734cb3" providerId="LiveId" clId="{6C18E506-461F-4D80-B21E-8F6734D6B641}" dt="2026-06-16T07:30:09.678" v="4409" actId="21"/>
          <ac:spMkLst>
            <pc:docMk/>
            <pc:sldMk cId="587035737" sldId="280"/>
            <ac:spMk id="19" creationId="{16C064B3-50C8-F09E-51E1-36754BC70C06}"/>
          </ac:spMkLst>
        </pc:spChg>
        <pc:spChg chg="add del mod">
          <ac:chgData name="Ilan Aura" userId="9e8934db47734cb3" providerId="LiveId" clId="{6C18E506-461F-4D80-B21E-8F6734D6B641}" dt="2026-06-17T11:38:40.861" v="7514" actId="478"/>
          <ac:spMkLst>
            <pc:docMk/>
            <pc:sldMk cId="587035737" sldId="280"/>
            <ac:spMk id="21" creationId="{FF2BB6DA-21E3-73E9-9AC9-5410070738F8}"/>
          </ac:spMkLst>
        </pc:spChg>
        <pc:spChg chg="add mod">
          <ac:chgData name="Ilan Aura" userId="9e8934db47734cb3" providerId="LiveId" clId="{6C18E506-461F-4D80-B21E-8F6734D6B641}" dt="2026-06-16T07:28:33.791" v="4384" actId="1076"/>
          <ac:spMkLst>
            <pc:docMk/>
            <pc:sldMk cId="587035737" sldId="280"/>
            <ac:spMk id="23" creationId="{D298B805-5D96-E426-ED77-E2B8F4BDAE4A}"/>
          </ac:spMkLst>
        </pc:spChg>
        <pc:spChg chg="add mod">
          <ac:chgData name="Ilan Aura" userId="9e8934db47734cb3" providerId="LiveId" clId="{6C18E506-461F-4D80-B21E-8F6734D6B641}" dt="2026-06-16T07:28:41.568" v="4387" actId="207"/>
          <ac:spMkLst>
            <pc:docMk/>
            <pc:sldMk cId="587035737" sldId="280"/>
            <ac:spMk id="25" creationId="{D8409315-F131-8F17-5095-BA4BAAF94535}"/>
          </ac:spMkLst>
        </pc:spChg>
        <pc:spChg chg="add mod">
          <ac:chgData name="Ilan Aura" userId="9e8934db47734cb3" providerId="LiveId" clId="{6C18E506-461F-4D80-B21E-8F6734D6B641}" dt="2026-06-16T07:28:50.049" v="4390" actId="1076"/>
          <ac:spMkLst>
            <pc:docMk/>
            <pc:sldMk cId="587035737" sldId="280"/>
            <ac:spMk id="27" creationId="{0CF276EE-6015-9901-C931-CA8872FA32C1}"/>
          </ac:spMkLst>
        </pc:spChg>
        <pc:spChg chg="add mod">
          <ac:chgData name="Ilan Aura" userId="9e8934db47734cb3" providerId="LiveId" clId="{6C18E506-461F-4D80-B21E-8F6734D6B641}" dt="2026-06-16T07:30:22.604" v="4431" actId="14100"/>
          <ac:spMkLst>
            <pc:docMk/>
            <pc:sldMk cId="587035737" sldId="280"/>
            <ac:spMk id="33" creationId="{4DFB9E7B-371B-D059-E61A-F33EE5C8D078}"/>
          </ac:spMkLst>
        </pc:spChg>
        <pc:spChg chg="add del mod">
          <ac:chgData name="Ilan Aura" userId="9e8934db47734cb3" providerId="LiveId" clId="{6C18E506-461F-4D80-B21E-8F6734D6B641}" dt="2026-06-17T10:49:51.644" v="7196"/>
          <ac:spMkLst>
            <pc:docMk/>
            <pc:sldMk cId="587035737" sldId="280"/>
            <ac:spMk id="34" creationId="{AF413103-1D73-9317-DF70-F02CD75D0060}"/>
          </ac:spMkLst>
        </pc:spChg>
        <pc:spChg chg="add mod">
          <ac:chgData name="Ilan Aura" userId="9e8934db47734cb3" providerId="LiveId" clId="{6C18E506-461F-4D80-B21E-8F6734D6B641}" dt="2026-06-16T07:33:51.443" v="4709" actId="1076"/>
          <ac:spMkLst>
            <pc:docMk/>
            <pc:sldMk cId="587035737" sldId="280"/>
            <ac:spMk id="36" creationId="{1A56A732-9FA2-D946-908B-CD95FB5BAB55}"/>
          </ac:spMkLst>
        </pc:spChg>
        <pc:spChg chg="add del mod">
          <ac:chgData name="Ilan Aura" userId="9e8934db47734cb3" providerId="LiveId" clId="{6C18E506-461F-4D80-B21E-8F6734D6B641}" dt="2026-06-17T10:49:51.644" v="7198"/>
          <ac:spMkLst>
            <pc:docMk/>
            <pc:sldMk cId="587035737" sldId="280"/>
            <ac:spMk id="38" creationId="{1346497A-D867-A3B9-801B-C23D3573A792}"/>
          </ac:spMkLst>
        </pc:spChg>
        <pc:spChg chg="add del mod">
          <ac:chgData name="Ilan Aura" userId="9e8934db47734cb3" providerId="LiveId" clId="{6C18E506-461F-4D80-B21E-8F6734D6B641}" dt="2026-06-17T07:04:28.623" v="5079"/>
          <ac:spMkLst>
            <pc:docMk/>
            <pc:sldMk cId="587035737" sldId="280"/>
            <ac:spMk id="40" creationId="{75499072-3E3A-FE38-A8A1-E187E6CACB98}"/>
          </ac:spMkLst>
        </pc:spChg>
        <pc:picChg chg="del">
          <ac:chgData name="Ilan Aura" userId="9e8934db47734cb3" providerId="LiveId" clId="{6C18E506-461F-4D80-B21E-8F6734D6B641}" dt="2026-06-16T07:15:00.835" v="4255" actId="478"/>
          <ac:picMkLst>
            <pc:docMk/>
            <pc:sldMk cId="587035737" sldId="280"/>
            <ac:picMk id="8" creationId="{AF0B8869-A9BE-9130-AEF3-1DE170BDBAFF}"/>
          </ac:picMkLst>
        </pc:picChg>
        <pc:picChg chg="del">
          <ac:chgData name="Ilan Aura" userId="9e8934db47734cb3" providerId="LiveId" clId="{6C18E506-461F-4D80-B21E-8F6734D6B641}" dt="2026-06-16T07:14:59.652" v="4254" actId="478"/>
          <ac:picMkLst>
            <pc:docMk/>
            <pc:sldMk cId="587035737" sldId="280"/>
            <ac:picMk id="10" creationId="{058C3DE8-39FA-C952-B3BD-2A75EAFF9C80}"/>
          </ac:picMkLst>
        </pc:picChg>
        <pc:picChg chg="del">
          <ac:chgData name="Ilan Aura" userId="9e8934db47734cb3" providerId="LiveId" clId="{6C18E506-461F-4D80-B21E-8F6734D6B641}" dt="2026-06-16T07:14:58.156" v="4253" actId="478"/>
          <ac:picMkLst>
            <pc:docMk/>
            <pc:sldMk cId="587035737" sldId="280"/>
            <ac:picMk id="12" creationId="{C9B1EA23-086E-9B93-46E4-5E0464EBA347}"/>
          </ac:picMkLst>
        </pc:picChg>
        <pc:picChg chg="add mod">
          <ac:chgData name="Ilan Aura" userId="9e8934db47734cb3" providerId="LiveId" clId="{6C18E506-461F-4D80-B21E-8F6734D6B641}" dt="2026-06-16T07:29:23.295" v="4395" actId="962"/>
          <ac:picMkLst>
            <pc:docMk/>
            <pc:sldMk cId="587035737" sldId="280"/>
            <ac:picMk id="29" creationId="{5A7DE0C8-D0A9-3970-4C5F-9E076ECF3C3B}"/>
          </ac:picMkLst>
        </pc:picChg>
        <pc:picChg chg="add mod">
          <ac:chgData name="Ilan Aura" userId="9e8934db47734cb3" providerId="LiveId" clId="{6C18E506-461F-4D80-B21E-8F6734D6B641}" dt="2026-06-17T17:24:45.189" v="10306" actId="1076"/>
          <ac:picMkLst>
            <pc:docMk/>
            <pc:sldMk cId="587035737" sldId="280"/>
            <ac:picMk id="30" creationId="{3A6BC00B-0115-C5F4-6927-50D454786050}"/>
          </ac:picMkLst>
        </pc:picChg>
        <pc:picChg chg="add mod">
          <ac:chgData name="Ilan Aura" userId="9e8934db47734cb3" providerId="LiveId" clId="{6C18E506-461F-4D80-B21E-8F6734D6B641}" dt="2026-06-16T07:30:01.804" v="4408" actId="1076"/>
          <ac:picMkLst>
            <pc:docMk/>
            <pc:sldMk cId="587035737" sldId="280"/>
            <ac:picMk id="31" creationId="{BCB16D74-3E98-9DCD-2B0F-13E54EC709AB}"/>
          </ac:picMkLst>
        </pc:picChg>
      </pc:sldChg>
      <pc:sldChg chg="addSp delSp modSp new del mod">
        <pc:chgData name="Ilan Aura" userId="9e8934db47734cb3" providerId="LiveId" clId="{6C18E506-461F-4D80-B21E-8F6734D6B641}" dt="2026-06-17T10:12:59.064" v="6221" actId="2696"/>
        <pc:sldMkLst>
          <pc:docMk/>
          <pc:sldMk cId="3829303875" sldId="281"/>
        </pc:sldMkLst>
        <pc:picChg chg="add del mod">
          <ac:chgData name="Ilan Aura" userId="9e8934db47734cb3" providerId="LiveId" clId="{6C18E506-461F-4D80-B21E-8F6734D6B641}" dt="2026-06-17T10:11:44.874" v="6219" actId="478"/>
          <ac:picMkLst>
            <pc:docMk/>
            <pc:sldMk cId="3829303875" sldId="281"/>
            <ac:picMk id="2" creationId="{E28C9DAF-3902-CC0F-6C06-B88CA8229DE2}"/>
          </ac:picMkLst>
        </pc:picChg>
      </pc:sldChg>
      <pc:sldChg chg="addSp delSp modSp add mod ord">
        <pc:chgData name="Ilan Aura" userId="9e8934db47734cb3" providerId="LiveId" clId="{6C18E506-461F-4D80-B21E-8F6734D6B641}" dt="2026-06-17T17:20:14.675" v="10291" actId="1076"/>
        <pc:sldMkLst>
          <pc:docMk/>
          <pc:sldMk cId="4027761796" sldId="282"/>
        </pc:sldMkLst>
        <pc:spChg chg="add mod">
          <ac:chgData name="Ilan Aura" userId="9e8934db47734cb3" providerId="LiveId" clId="{6C18E506-461F-4D80-B21E-8F6734D6B641}" dt="2026-06-17T14:51:56.837" v="9505" actId="1076"/>
          <ac:spMkLst>
            <pc:docMk/>
            <pc:sldMk cId="4027761796" sldId="282"/>
            <ac:spMk id="3" creationId="{0825E153-05D8-D8E5-D8BE-E2A301A523CB}"/>
          </ac:spMkLst>
        </pc:spChg>
        <pc:spChg chg="del mod">
          <ac:chgData name="Ilan Aura" userId="9e8934db47734cb3" providerId="LiveId" clId="{6C18E506-461F-4D80-B21E-8F6734D6B641}" dt="2026-06-17T10:13:08.956" v="6228" actId="478"/>
          <ac:spMkLst>
            <pc:docMk/>
            <pc:sldMk cId="4027761796" sldId="282"/>
            <ac:spMk id="3" creationId="{678156A9-5761-A70C-486D-2ED02FE16BF9}"/>
          </ac:spMkLst>
        </pc:spChg>
        <pc:spChg chg="add del mod">
          <ac:chgData name="Ilan Aura" userId="9e8934db47734cb3" providerId="LiveId" clId="{6C18E506-461F-4D80-B21E-8F6734D6B641}" dt="2026-06-17T14:52:26.903" v="9526" actId="21"/>
          <ac:spMkLst>
            <pc:docMk/>
            <pc:sldMk cId="4027761796" sldId="282"/>
            <ac:spMk id="6" creationId="{3D70E98D-2001-D7BE-544D-9E6A95FFECE4}"/>
          </ac:spMkLst>
        </pc:spChg>
        <pc:spChg chg="add mod">
          <ac:chgData name="Ilan Aura" userId="9e8934db47734cb3" providerId="LiveId" clId="{6C18E506-461F-4D80-B21E-8F6734D6B641}" dt="2026-06-17T14:52:42.474" v="9533" actId="1076"/>
          <ac:spMkLst>
            <pc:docMk/>
            <pc:sldMk cId="4027761796" sldId="282"/>
            <ac:spMk id="8" creationId="{207130B3-BAE5-3947-2EB2-0824A1E73187}"/>
          </ac:spMkLst>
        </pc:spChg>
        <pc:spChg chg="add mod">
          <ac:chgData name="Ilan Aura" userId="9e8934db47734cb3" providerId="LiveId" clId="{6C18E506-461F-4D80-B21E-8F6734D6B641}" dt="2026-06-17T17:19:58.976" v="10286" actId="20577"/>
          <ac:spMkLst>
            <pc:docMk/>
            <pc:sldMk cId="4027761796" sldId="282"/>
            <ac:spMk id="19" creationId="{BB9DAE81-D163-7978-CD7C-3F8DE3502E56}"/>
          </ac:spMkLst>
        </pc:spChg>
        <pc:spChg chg="add del mod">
          <ac:chgData name="Ilan Aura" userId="9e8934db47734cb3" providerId="LiveId" clId="{6C18E506-461F-4D80-B21E-8F6734D6B641}" dt="2026-06-17T10:15:23.206" v="6274" actId="21"/>
          <ac:spMkLst>
            <pc:docMk/>
            <pc:sldMk cId="4027761796" sldId="282"/>
            <ac:spMk id="20" creationId="{EB6CF7A5-7EC6-04ED-AD07-4B945C47F8CB}"/>
          </ac:spMkLst>
        </pc:spChg>
        <pc:spChg chg="add del mod">
          <ac:chgData name="Ilan Aura" userId="9e8934db47734cb3" providerId="LiveId" clId="{6C18E506-461F-4D80-B21E-8F6734D6B641}" dt="2026-06-17T10:15:43.131" v="6284" actId="21"/>
          <ac:spMkLst>
            <pc:docMk/>
            <pc:sldMk cId="4027761796" sldId="282"/>
            <ac:spMk id="22" creationId="{3CC93DD0-326D-A0D0-1604-DED8D4DD294D}"/>
          </ac:spMkLst>
        </pc:spChg>
        <pc:spChg chg="add mod">
          <ac:chgData name="Ilan Aura" userId="9e8934db47734cb3" providerId="LiveId" clId="{6C18E506-461F-4D80-B21E-8F6734D6B641}" dt="2026-06-17T17:20:11.269" v="10290" actId="1076"/>
          <ac:spMkLst>
            <pc:docMk/>
            <pc:sldMk cId="4027761796" sldId="282"/>
            <ac:spMk id="24" creationId="{9130AF29-29BE-789C-558B-C20AA1C7CCC5}"/>
          </ac:spMkLst>
        </pc:spChg>
        <pc:spChg chg="add mod">
          <ac:chgData name="Ilan Aura" userId="9e8934db47734cb3" providerId="LiveId" clId="{6C18E506-461F-4D80-B21E-8F6734D6B641}" dt="2026-06-17T13:29:14.667" v="9191" actId="14100"/>
          <ac:spMkLst>
            <pc:docMk/>
            <pc:sldMk cId="4027761796" sldId="282"/>
            <ac:spMk id="26" creationId="{967F98D3-E19B-AAC6-7A89-DAF7ED192479}"/>
          </ac:spMkLst>
        </pc:spChg>
        <pc:spChg chg="add mod">
          <ac:chgData name="Ilan Aura" userId="9e8934db47734cb3" providerId="LiveId" clId="{6C18E506-461F-4D80-B21E-8F6734D6B641}" dt="2026-06-17T17:20:05.318" v="10288" actId="1076"/>
          <ac:spMkLst>
            <pc:docMk/>
            <pc:sldMk cId="4027761796" sldId="282"/>
            <ac:spMk id="28" creationId="{C1E5D219-DD40-F2B7-E537-DBF2B44E60B8}"/>
          </ac:spMkLst>
        </pc:spChg>
        <pc:spChg chg="add del mod">
          <ac:chgData name="Ilan Aura" userId="9e8934db47734cb3" providerId="LiveId" clId="{6C18E506-461F-4D80-B21E-8F6734D6B641}" dt="2026-06-17T10:18:06.479" v="6366" actId="21"/>
          <ac:spMkLst>
            <pc:docMk/>
            <pc:sldMk cId="4027761796" sldId="282"/>
            <ac:spMk id="32" creationId="{A65656AD-79D4-5D1E-3470-067324877DC0}"/>
          </ac:spMkLst>
        </pc:spChg>
        <pc:spChg chg="add mod">
          <ac:chgData name="Ilan Aura" userId="9e8934db47734cb3" providerId="LiveId" clId="{6C18E506-461F-4D80-B21E-8F6734D6B641}" dt="2026-06-17T10:19:42.227" v="6460" actId="20577"/>
          <ac:spMkLst>
            <pc:docMk/>
            <pc:sldMk cId="4027761796" sldId="282"/>
            <ac:spMk id="34" creationId="{F7D5BB65-F246-1F6D-B51F-79E4550EBFA4}"/>
          </ac:spMkLst>
        </pc:spChg>
        <pc:spChg chg="add mod">
          <ac:chgData name="Ilan Aura" userId="9e8934db47734cb3" providerId="LiveId" clId="{6C18E506-461F-4D80-B21E-8F6734D6B641}" dt="2026-06-17T17:20:14.675" v="10291" actId="1076"/>
          <ac:spMkLst>
            <pc:docMk/>
            <pc:sldMk cId="4027761796" sldId="282"/>
            <ac:spMk id="36" creationId="{DB40AF84-AE8E-935D-0587-32F29ADA3D77}"/>
          </ac:spMkLst>
        </pc:spChg>
        <pc:spChg chg="add del mod">
          <ac:chgData name="Ilan Aura" userId="9e8934db47734cb3" providerId="LiveId" clId="{6C18E506-461F-4D80-B21E-8F6734D6B641}" dt="2026-06-17T14:51:52.847" v="9503" actId="21"/>
          <ac:spMkLst>
            <pc:docMk/>
            <pc:sldMk cId="4027761796" sldId="282"/>
            <ac:spMk id="38" creationId="{5D7590EB-9432-8F79-B466-33779C548822}"/>
          </ac:spMkLst>
        </pc:spChg>
        <pc:spChg chg="add del mod">
          <ac:chgData name="Ilan Aura" userId="9e8934db47734cb3" providerId="LiveId" clId="{6C18E506-461F-4D80-B21E-8F6734D6B641}" dt="2026-06-17T10:18:53.241" v="6405"/>
          <ac:spMkLst>
            <pc:docMk/>
            <pc:sldMk cId="4027761796" sldId="282"/>
            <ac:spMk id="39" creationId="{ED84D2F0-4467-59F8-5F95-9C7D0EB3BE02}"/>
          </ac:spMkLst>
        </pc:spChg>
        <pc:picChg chg="del">
          <ac:chgData name="Ilan Aura" userId="9e8934db47734cb3" providerId="LiveId" clId="{6C18E506-461F-4D80-B21E-8F6734D6B641}" dt="2026-06-17T10:13:05.980" v="6226" actId="478"/>
          <ac:picMkLst>
            <pc:docMk/>
            <pc:sldMk cId="4027761796" sldId="282"/>
            <ac:picMk id="8" creationId="{2CBCAD3B-6828-4D16-3B79-207D2BBD57AE}"/>
          </ac:picMkLst>
        </pc:picChg>
        <pc:picChg chg="del">
          <ac:chgData name="Ilan Aura" userId="9e8934db47734cb3" providerId="LiveId" clId="{6C18E506-461F-4D80-B21E-8F6734D6B641}" dt="2026-06-17T10:13:05.104" v="6225" actId="478"/>
          <ac:picMkLst>
            <pc:docMk/>
            <pc:sldMk cId="4027761796" sldId="282"/>
            <ac:picMk id="10" creationId="{DBB6C1C0-E924-66F2-6CF7-687316051E82}"/>
          </ac:picMkLst>
        </pc:picChg>
        <pc:picChg chg="del">
          <ac:chgData name="Ilan Aura" userId="9e8934db47734cb3" providerId="LiveId" clId="{6C18E506-461F-4D80-B21E-8F6734D6B641}" dt="2026-06-17T10:13:04.629" v="6224" actId="478"/>
          <ac:picMkLst>
            <pc:docMk/>
            <pc:sldMk cId="4027761796" sldId="282"/>
            <ac:picMk id="12" creationId="{1FAC35C7-D38B-0A4B-646B-9BC64A793A1D}"/>
          </ac:picMkLst>
        </pc:picChg>
        <pc:cxnChg chg="add del">
          <ac:chgData name="Ilan Aura" userId="9e8934db47734cb3" providerId="LiveId" clId="{6C18E506-461F-4D80-B21E-8F6734D6B641}" dt="2026-06-17T10:13:20.578" v="6230" actId="478"/>
          <ac:cxnSpMkLst>
            <pc:docMk/>
            <pc:sldMk cId="4027761796" sldId="282"/>
            <ac:cxnSpMk id="4" creationId="{07711376-D633-E8D7-B898-18CD8C0BD7FF}"/>
          </ac:cxnSpMkLst>
        </pc:cxnChg>
        <pc:cxnChg chg="add del mod">
          <ac:chgData name="Ilan Aura" userId="9e8934db47734cb3" providerId="LiveId" clId="{6C18E506-461F-4D80-B21E-8F6734D6B641}" dt="2026-06-17T10:13:34.373" v="6233" actId="21"/>
          <ac:cxnSpMkLst>
            <pc:docMk/>
            <pc:sldMk cId="4027761796" sldId="282"/>
            <ac:cxnSpMk id="7" creationId="{28BDADDC-9E8B-4D32-4FF0-DFDA2875AE53}"/>
          </ac:cxnSpMkLst>
        </pc:cxnChg>
        <pc:cxnChg chg="add mod">
          <ac:chgData name="Ilan Aura" userId="9e8934db47734cb3" providerId="LiveId" clId="{6C18E506-461F-4D80-B21E-8F6734D6B641}" dt="2026-06-17T10:17:16.098" v="6310" actId="1582"/>
          <ac:cxnSpMkLst>
            <pc:docMk/>
            <pc:sldMk cId="4027761796" sldId="282"/>
            <ac:cxnSpMk id="9" creationId="{28BDADDC-9E8B-4D32-4FF0-DFDA2875AE53}"/>
          </ac:cxnSpMkLst>
        </pc:cxnChg>
        <pc:cxnChg chg="add mod">
          <ac:chgData name="Ilan Aura" userId="9e8934db47734cb3" providerId="LiveId" clId="{6C18E506-461F-4D80-B21E-8F6734D6B641}" dt="2026-06-17T10:17:21.236" v="6311" actId="1582"/>
          <ac:cxnSpMkLst>
            <pc:docMk/>
            <pc:sldMk cId="4027761796" sldId="282"/>
            <ac:cxnSpMk id="11" creationId="{92A98151-57B7-6352-FBBF-994FD50E0845}"/>
          </ac:cxnSpMkLst>
        </pc:cxnChg>
      </pc:sldChg>
      <pc:sldChg chg="addSp delSp modSp add del mod modShow">
        <pc:chgData name="Ilan Aura" userId="9e8934db47734cb3" providerId="LiveId" clId="{6C18E506-461F-4D80-B21E-8F6734D6B641}" dt="2026-06-17T10:57:57.441" v="7242" actId="2696"/>
        <pc:sldMkLst>
          <pc:docMk/>
          <pc:sldMk cId="103752262" sldId="283"/>
        </pc:sldMkLst>
        <pc:spChg chg="del mod">
          <ac:chgData name="Ilan Aura" userId="9e8934db47734cb3" providerId="LiveId" clId="{6C18E506-461F-4D80-B21E-8F6734D6B641}" dt="2026-06-17T10:54:57.118" v="7214" actId="478"/>
          <ac:spMkLst>
            <pc:docMk/>
            <pc:sldMk cId="103752262" sldId="283"/>
            <ac:spMk id="3" creationId="{E36972AC-6035-3B7E-69FF-7F1BF7EA0C86}"/>
          </ac:spMkLst>
        </pc:spChg>
        <pc:spChg chg="add del mod">
          <ac:chgData name="Ilan Aura" userId="9e8934db47734cb3" providerId="LiveId" clId="{6C18E506-461F-4D80-B21E-8F6734D6B641}" dt="2026-06-17T10:54:55.236" v="7213" actId="478"/>
          <ac:spMkLst>
            <pc:docMk/>
            <pc:sldMk cId="103752262" sldId="283"/>
            <ac:spMk id="7" creationId="{9936A619-EC10-2DF1-E86F-56E104FD1542}"/>
          </ac:spMkLst>
        </pc:spChg>
        <pc:picChg chg="add del mod">
          <ac:chgData name="Ilan Aura" userId="9e8934db47734cb3" providerId="LiveId" clId="{6C18E506-461F-4D80-B21E-8F6734D6B641}" dt="2026-06-17T10:54:53.444" v="7209" actId="478"/>
          <ac:picMkLst>
            <pc:docMk/>
            <pc:sldMk cId="103752262" sldId="283"/>
            <ac:picMk id="4" creationId="{9F33BD1B-7F59-3DEE-CD94-1781A39EE2E1}"/>
          </ac:picMkLst>
        </pc:picChg>
        <pc:picChg chg="del">
          <ac:chgData name="Ilan Aura" userId="9e8934db47734cb3" providerId="LiveId" clId="{6C18E506-461F-4D80-B21E-8F6734D6B641}" dt="2026-06-17T10:46:20.386" v="6932" actId="478"/>
          <ac:picMkLst>
            <pc:docMk/>
            <pc:sldMk cId="103752262" sldId="283"/>
            <ac:picMk id="8" creationId="{22782FC6-F2B2-C2DF-1AA0-49A1B5660CFA}"/>
          </ac:picMkLst>
        </pc:picChg>
        <pc:picChg chg="del">
          <ac:chgData name="Ilan Aura" userId="9e8934db47734cb3" providerId="LiveId" clId="{6C18E506-461F-4D80-B21E-8F6734D6B641}" dt="2026-06-17T10:46:19.884" v="6931" actId="478"/>
          <ac:picMkLst>
            <pc:docMk/>
            <pc:sldMk cId="103752262" sldId="283"/>
            <ac:picMk id="10" creationId="{5CD57D1D-B509-4316-37BD-13D680CB93A5}"/>
          </ac:picMkLst>
        </pc:picChg>
        <pc:picChg chg="add del mod modCrop">
          <ac:chgData name="Ilan Aura" userId="9e8934db47734cb3" providerId="LiveId" clId="{6C18E506-461F-4D80-B21E-8F6734D6B641}" dt="2026-06-17T10:57:52.102" v="7241" actId="478"/>
          <ac:picMkLst>
            <pc:docMk/>
            <pc:sldMk cId="103752262" sldId="283"/>
            <ac:picMk id="11" creationId="{B4B4C5B0-303A-376D-12F9-F31AFCC245BA}"/>
          </ac:picMkLst>
        </pc:picChg>
        <pc:picChg chg="del">
          <ac:chgData name="Ilan Aura" userId="9e8934db47734cb3" providerId="LiveId" clId="{6C18E506-461F-4D80-B21E-8F6734D6B641}" dt="2026-06-17T10:46:19.303" v="6930" actId="478"/>
          <ac:picMkLst>
            <pc:docMk/>
            <pc:sldMk cId="103752262" sldId="283"/>
            <ac:picMk id="12" creationId="{A1A93D85-BF5F-AB8A-0C0A-38390E999F5E}"/>
          </ac:picMkLst>
        </pc:picChg>
      </pc:sldChg>
      <pc:sldChg chg="addSp delSp modSp add mod">
        <pc:chgData name="Ilan Aura" userId="9e8934db47734cb3" providerId="LiveId" clId="{6C18E506-461F-4D80-B21E-8F6734D6B641}" dt="2026-06-17T17:41:00.104" v="10520" actId="20577"/>
        <pc:sldMkLst>
          <pc:docMk/>
          <pc:sldMk cId="1885756929" sldId="284"/>
        </pc:sldMkLst>
        <pc:spChg chg="mod">
          <ac:chgData name="Ilan Aura" userId="9e8934db47734cb3" providerId="LiveId" clId="{6C18E506-461F-4D80-B21E-8F6734D6B641}" dt="2026-06-17T10:44:14.728" v="6744" actId="1076"/>
          <ac:spMkLst>
            <pc:docMk/>
            <pc:sldMk cId="1885756929" sldId="284"/>
            <ac:spMk id="3" creationId="{B803837B-0C42-9E96-3C4C-EB1F072DA415}"/>
          </ac:spMkLst>
        </pc:spChg>
        <pc:spChg chg="mod">
          <ac:chgData name="Ilan Aura" userId="9e8934db47734cb3" providerId="LiveId" clId="{6C18E506-461F-4D80-B21E-8F6734D6B641}" dt="2026-06-17T10:42:53.563" v="6549"/>
          <ac:spMkLst>
            <pc:docMk/>
            <pc:sldMk cId="1885756929" sldId="284"/>
            <ac:spMk id="4" creationId="{95B7E1DD-0F23-C9CD-258A-DD0E22D01673}"/>
          </ac:spMkLst>
        </pc:spChg>
        <pc:spChg chg="del mod">
          <ac:chgData name="Ilan Aura" userId="9e8934db47734cb3" providerId="LiveId" clId="{6C18E506-461F-4D80-B21E-8F6734D6B641}" dt="2026-06-17T10:41:59.609" v="6540" actId="478"/>
          <ac:spMkLst>
            <pc:docMk/>
            <pc:sldMk cId="1885756929" sldId="284"/>
            <ac:spMk id="6" creationId="{2E8A5CB3-3DAC-25CB-5868-BBC0387770DE}"/>
          </ac:spMkLst>
        </pc:spChg>
        <pc:spChg chg="del">
          <ac:chgData name="Ilan Aura" userId="9e8934db47734cb3" providerId="LiveId" clId="{6C18E506-461F-4D80-B21E-8F6734D6B641}" dt="2026-06-17T10:41:46.707" v="6524" actId="478"/>
          <ac:spMkLst>
            <pc:docMk/>
            <pc:sldMk cId="1885756929" sldId="284"/>
            <ac:spMk id="7" creationId="{3C8FED94-4187-8B0B-B5B0-11FC31091341}"/>
          </ac:spMkLst>
        </pc:spChg>
        <pc:spChg chg="mod">
          <ac:chgData name="Ilan Aura" userId="9e8934db47734cb3" providerId="LiveId" clId="{6C18E506-461F-4D80-B21E-8F6734D6B641}" dt="2026-06-17T10:42:53.563" v="6549"/>
          <ac:spMkLst>
            <pc:docMk/>
            <pc:sldMk cId="1885756929" sldId="284"/>
            <ac:spMk id="8" creationId="{21C4A2E5-EA90-8753-D3D3-941C3033218C}"/>
          </ac:spMkLst>
        </pc:spChg>
        <pc:spChg chg="add mod">
          <ac:chgData name="Ilan Aura" userId="9e8934db47734cb3" providerId="LiveId" clId="{6C18E506-461F-4D80-B21E-8F6734D6B641}" dt="2026-06-17T17:41:00.104" v="10520" actId="20577"/>
          <ac:spMkLst>
            <pc:docMk/>
            <pc:sldMk cId="1885756929" sldId="284"/>
            <ac:spMk id="9" creationId="{E4716D9F-BEA4-39B5-25C2-D0E8AE0EDD08}"/>
          </ac:spMkLst>
        </pc:spChg>
        <pc:spChg chg="del mod">
          <ac:chgData name="Ilan Aura" userId="9e8934db47734cb3" providerId="LiveId" clId="{6C18E506-461F-4D80-B21E-8F6734D6B641}" dt="2026-06-17T10:41:47.889" v="6527" actId="478"/>
          <ac:spMkLst>
            <pc:docMk/>
            <pc:sldMk cId="1885756929" sldId="284"/>
            <ac:spMk id="11" creationId="{5D5539EF-5BF9-BBE7-4456-30DE0CF13E1F}"/>
          </ac:spMkLst>
        </pc:spChg>
        <pc:spChg chg="add del mod">
          <ac:chgData name="Ilan Aura" userId="9e8934db47734cb3" providerId="LiveId" clId="{6C18E506-461F-4D80-B21E-8F6734D6B641}" dt="2026-06-17T10:41:58.233" v="6538" actId="478"/>
          <ac:spMkLst>
            <pc:docMk/>
            <pc:sldMk cId="1885756929" sldId="284"/>
            <ac:spMk id="16" creationId="{997EC6CF-C727-3FD2-B3ED-62C3B7B00691}"/>
          </ac:spMkLst>
        </pc:spChg>
        <pc:spChg chg="add del mod">
          <ac:chgData name="Ilan Aura" userId="9e8934db47734cb3" providerId="LiveId" clId="{6C18E506-461F-4D80-B21E-8F6734D6B641}" dt="2026-06-17T10:42:00.406" v="6542" actId="478"/>
          <ac:spMkLst>
            <pc:docMk/>
            <pc:sldMk cId="1885756929" sldId="284"/>
            <ac:spMk id="21" creationId="{65B2D58A-1C92-B2E0-06A7-9E16119F2B54}"/>
          </ac:spMkLst>
        </pc:spChg>
        <pc:spChg chg="del">
          <ac:chgData name="Ilan Aura" userId="9e8934db47734cb3" providerId="LiveId" clId="{6C18E506-461F-4D80-B21E-8F6734D6B641}" dt="2026-06-17T10:41:45.990" v="6523" actId="478"/>
          <ac:spMkLst>
            <pc:docMk/>
            <pc:sldMk cId="1885756929" sldId="284"/>
            <ac:spMk id="23" creationId="{AC2D1376-7ABA-C8DA-2F9B-51128FE1AAA1}"/>
          </ac:spMkLst>
        </pc:spChg>
        <pc:spChg chg="del">
          <ac:chgData name="Ilan Aura" userId="9e8934db47734cb3" providerId="LiveId" clId="{6C18E506-461F-4D80-B21E-8F6734D6B641}" dt="2026-06-17T10:41:38.451" v="6519" actId="478"/>
          <ac:spMkLst>
            <pc:docMk/>
            <pc:sldMk cId="1885756929" sldId="284"/>
            <ac:spMk id="25" creationId="{1B2714C9-A4BE-0145-0CBF-FB0A506312C6}"/>
          </ac:spMkLst>
        </pc:spChg>
        <pc:spChg chg="del mod">
          <ac:chgData name="Ilan Aura" userId="9e8934db47734cb3" providerId="LiveId" clId="{6C18E506-461F-4D80-B21E-8F6734D6B641}" dt="2026-06-17T10:41:41.169" v="6521" actId="478"/>
          <ac:spMkLst>
            <pc:docMk/>
            <pc:sldMk cId="1885756929" sldId="284"/>
            <ac:spMk id="27" creationId="{D92410C4-7534-9538-7DBC-033F975B258F}"/>
          </ac:spMkLst>
        </pc:spChg>
        <pc:spChg chg="del">
          <ac:chgData name="Ilan Aura" userId="9e8934db47734cb3" providerId="LiveId" clId="{6C18E506-461F-4D80-B21E-8F6734D6B641}" dt="2026-06-17T10:41:45.337" v="6522" actId="478"/>
          <ac:spMkLst>
            <pc:docMk/>
            <pc:sldMk cId="1885756929" sldId="284"/>
            <ac:spMk id="33" creationId="{4EF6A1E9-246B-F55D-CBDA-160FE6059004}"/>
          </ac:spMkLst>
        </pc:spChg>
        <pc:spChg chg="del mod">
          <ac:chgData name="Ilan Aura" userId="9e8934db47734cb3" providerId="LiveId" clId="{6C18E506-461F-4D80-B21E-8F6734D6B641}" dt="2026-06-17T10:42:03.213" v="6545" actId="478"/>
          <ac:spMkLst>
            <pc:docMk/>
            <pc:sldMk cId="1885756929" sldId="284"/>
            <ac:spMk id="34" creationId="{F5EABF86-B8B8-866A-40A2-71FA6B3FCDAE}"/>
          </ac:spMkLst>
        </pc:spChg>
        <pc:spChg chg="del">
          <ac:chgData name="Ilan Aura" userId="9e8934db47734cb3" providerId="LiveId" clId="{6C18E506-461F-4D80-B21E-8F6734D6B641}" dt="2026-06-17T10:42:05.741" v="6548" actId="478"/>
          <ac:spMkLst>
            <pc:docMk/>
            <pc:sldMk cId="1885756929" sldId="284"/>
            <ac:spMk id="36" creationId="{F114DEC9-7A14-4FBD-173C-EA8102BE75D0}"/>
          </ac:spMkLst>
        </pc:spChg>
        <pc:spChg chg="del mod">
          <ac:chgData name="Ilan Aura" userId="9e8934db47734cb3" providerId="LiveId" clId="{6C18E506-461F-4D80-B21E-8F6734D6B641}" dt="2026-06-17T10:41:49.211" v="6528" actId="478"/>
          <ac:spMkLst>
            <pc:docMk/>
            <pc:sldMk cId="1885756929" sldId="284"/>
            <ac:spMk id="38" creationId="{A9CCE9C8-DB67-0191-E263-8BB24026DF16}"/>
          </ac:spMkLst>
        </pc:spChg>
        <pc:grpChg chg="add mod">
          <ac:chgData name="Ilan Aura" userId="9e8934db47734cb3" providerId="LiveId" clId="{6C18E506-461F-4D80-B21E-8F6734D6B641}" dt="2026-06-17T10:42:54.556" v="6550" actId="1076"/>
          <ac:grpSpMkLst>
            <pc:docMk/>
            <pc:sldMk cId="1885756929" sldId="284"/>
            <ac:grpSpMk id="2" creationId="{C54789B0-FEF9-CBE5-5182-EF95C2010837}"/>
          </ac:grpSpMkLst>
        </pc:grpChg>
        <pc:picChg chg="del">
          <ac:chgData name="Ilan Aura" userId="9e8934db47734cb3" providerId="LiveId" clId="{6C18E506-461F-4D80-B21E-8F6734D6B641}" dt="2026-06-17T10:41:37.857" v="6518" actId="478"/>
          <ac:picMkLst>
            <pc:docMk/>
            <pc:sldMk cId="1885756929" sldId="284"/>
            <ac:picMk id="29" creationId="{34C3D330-B7D8-2AD3-CDF6-548A8265E46B}"/>
          </ac:picMkLst>
        </pc:picChg>
        <pc:picChg chg="add del mod">
          <ac:chgData name="Ilan Aura" userId="9e8934db47734cb3" providerId="LiveId" clId="{6C18E506-461F-4D80-B21E-8F6734D6B641}" dt="2026-06-17T10:42:04.700" v="6547" actId="478"/>
          <ac:picMkLst>
            <pc:docMk/>
            <pc:sldMk cId="1885756929" sldId="284"/>
            <ac:picMk id="30" creationId="{52B2DCC6-27C2-5EE0-36A1-E208FC1E8BC5}"/>
          </ac:picMkLst>
        </pc:picChg>
        <pc:picChg chg="del">
          <ac:chgData name="Ilan Aura" userId="9e8934db47734cb3" providerId="LiveId" clId="{6C18E506-461F-4D80-B21E-8F6734D6B641}" dt="2026-06-17T10:42:03.997" v="6546" actId="478"/>
          <ac:picMkLst>
            <pc:docMk/>
            <pc:sldMk cId="1885756929" sldId="284"/>
            <ac:picMk id="31" creationId="{CA4D07C6-1D4B-9719-77E4-E86373D039BB}"/>
          </ac:picMkLst>
        </pc:picChg>
      </pc:sldChg>
      <pc:sldChg chg="addSp delSp modSp add mod">
        <pc:chgData name="Ilan Aura" userId="9e8934db47734cb3" providerId="LiveId" clId="{6C18E506-461F-4D80-B21E-8F6734D6B641}" dt="2026-06-17T16:26:15.841" v="10119" actId="20577"/>
        <pc:sldMkLst>
          <pc:docMk/>
          <pc:sldMk cId="339452671" sldId="285"/>
        </pc:sldMkLst>
        <pc:spChg chg="del">
          <ac:chgData name="Ilan Aura" userId="9e8934db47734cb3" providerId="LiveId" clId="{6C18E506-461F-4D80-B21E-8F6734D6B641}" dt="2026-06-17T11:49:43.788" v="8009" actId="478"/>
          <ac:spMkLst>
            <pc:docMk/>
            <pc:sldMk cId="339452671" sldId="285"/>
            <ac:spMk id="3" creationId="{7A969380-4D81-8D2C-2FCB-16FF29DCDA07}"/>
          </ac:spMkLst>
        </pc:spChg>
        <pc:spChg chg="add mod">
          <ac:chgData name="Ilan Aura" userId="9e8934db47734cb3" providerId="LiveId" clId="{6C18E506-461F-4D80-B21E-8F6734D6B641}" dt="2026-06-17T16:17:25.243" v="9613" actId="14100"/>
          <ac:spMkLst>
            <pc:docMk/>
            <pc:sldMk cId="339452671" sldId="285"/>
            <ac:spMk id="9" creationId="{0B8D4340-E827-12BF-B242-846183F11CE7}"/>
          </ac:spMkLst>
        </pc:spChg>
        <pc:spChg chg="add mod">
          <ac:chgData name="Ilan Aura" userId="9e8934db47734cb3" providerId="LiveId" clId="{6C18E506-461F-4D80-B21E-8F6734D6B641}" dt="2026-06-17T12:04:04.904" v="8468" actId="14100"/>
          <ac:spMkLst>
            <pc:docMk/>
            <pc:sldMk cId="339452671" sldId="285"/>
            <ac:spMk id="11" creationId="{6F798F92-8956-C251-5FB6-1995B8FC95C7}"/>
          </ac:spMkLst>
        </pc:spChg>
        <pc:spChg chg="add mod">
          <ac:chgData name="Ilan Aura" userId="9e8934db47734cb3" providerId="LiveId" clId="{6C18E506-461F-4D80-B21E-8F6734D6B641}" dt="2026-06-17T16:26:15.841" v="10119" actId="20577"/>
          <ac:spMkLst>
            <pc:docMk/>
            <pc:sldMk cId="339452671" sldId="285"/>
            <ac:spMk id="13" creationId="{68D0E377-91D5-FE4D-1AC7-C0F6370CF0A5}"/>
          </ac:spMkLst>
        </pc:spChg>
        <pc:spChg chg="add mod">
          <ac:chgData name="Ilan Aura" userId="9e8934db47734cb3" providerId="LiveId" clId="{6C18E506-461F-4D80-B21E-8F6734D6B641}" dt="2026-06-17T16:26:04.923" v="10101" actId="20577"/>
          <ac:spMkLst>
            <pc:docMk/>
            <pc:sldMk cId="339452671" sldId="285"/>
            <ac:spMk id="15" creationId="{F204EF6A-1CB1-9E5F-0544-2E0BDA60C054}"/>
          </ac:spMkLst>
        </pc:spChg>
        <pc:graphicFrameChg chg="del">
          <ac:chgData name="Ilan Aura" userId="9e8934db47734cb3" providerId="LiveId" clId="{6C18E506-461F-4D80-B21E-8F6734D6B641}" dt="2026-06-17T11:49:45.245" v="8010" actId="478"/>
          <ac:graphicFrameMkLst>
            <pc:docMk/>
            <pc:sldMk cId="339452671" sldId="285"/>
            <ac:graphicFrameMk id="2" creationId="{2AF30F30-6F4B-3755-A5D6-E8783BA85616}"/>
          </ac:graphicFrameMkLst>
        </pc:graphicFrameChg>
        <pc:picChg chg="add mod">
          <ac:chgData name="Ilan Aura" userId="9e8934db47734cb3" providerId="LiveId" clId="{6C18E506-461F-4D80-B21E-8F6734D6B641}" dt="2026-06-17T12:03:43.584" v="8459" actId="1076"/>
          <ac:picMkLst>
            <pc:docMk/>
            <pc:sldMk cId="339452671" sldId="285"/>
            <ac:picMk id="17" creationId="{5AB47832-4FA9-B464-7441-FEEC35D1BC3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67A92F-9E97-42F7-90BA-954768E4923A}"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1BD0A-4B0D-4A7D-A7F4-9611AD57E96B}" type="slidenum">
              <a:rPr lang="en-US" smtClean="0"/>
              <a:t>‹#›</a:t>
            </a:fld>
            <a:endParaRPr lang="en-US"/>
          </a:p>
        </p:txBody>
      </p:sp>
    </p:spTree>
    <p:extLst>
      <p:ext uri="{BB962C8B-B14F-4D97-AF65-F5344CB8AC3E}">
        <p14:creationId xmlns:p14="http://schemas.microsoft.com/office/powerpoint/2010/main" val="326739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91BD0A-4B0D-4A7D-A7F4-9611AD57E96B}" type="slidenum">
              <a:rPr lang="en-US" smtClean="0"/>
              <a:t>2</a:t>
            </a:fld>
            <a:endParaRPr lang="en-US"/>
          </a:p>
        </p:txBody>
      </p:sp>
    </p:spTree>
    <p:extLst>
      <p:ext uri="{BB962C8B-B14F-4D97-AF65-F5344CB8AC3E}">
        <p14:creationId xmlns:p14="http://schemas.microsoft.com/office/powerpoint/2010/main" val="3024138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A491BD0A-4B0D-4A7D-A7F4-9611AD57E96B}" type="slidenum">
              <a:rPr lang="en-US" smtClean="0"/>
              <a:t>5</a:t>
            </a:fld>
            <a:endParaRPr lang="en-US"/>
          </a:p>
        </p:txBody>
      </p:sp>
    </p:spTree>
    <p:extLst>
      <p:ext uri="{BB962C8B-B14F-4D97-AF65-F5344CB8AC3E}">
        <p14:creationId xmlns:p14="http://schemas.microsoft.com/office/powerpoint/2010/main" val="1421475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pn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grpSp>
        <p:nvGrpSpPr>
          <p:cNvPr id="3" name="Group 3"/>
          <p:cNvGrpSpPr/>
          <p:nvPr/>
        </p:nvGrpSpPr>
        <p:grpSpPr>
          <a:xfrm>
            <a:off x="723900" y="992875"/>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endParaRPr lang="en-US"/>
            </a:p>
          </p:txBody>
        </p:sp>
        <p:sp>
          <p:nvSpPr>
            <p:cNvPr id="5" name="TextBox 5"/>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896071" y="8115300"/>
            <a:ext cx="627929" cy="627929"/>
          </a:xfrm>
          <a:custGeom>
            <a:avLst/>
            <a:gdLst/>
            <a:ahLst/>
            <a:cxnLst/>
            <a:rect l="l" t="t" r="r" b="b"/>
            <a:pathLst>
              <a:path w="627929" h="627929">
                <a:moveTo>
                  <a:pt x="0" y="0"/>
                </a:moveTo>
                <a:lnTo>
                  <a:pt x="627929" y="0"/>
                </a:lnTo>
                <a:lnTo>
                  <a:pt x="627929" y="627929"/>
                </a:lnTo>
                <a:lnTo>
                  <a:pt x="0" y="62792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3000"/>
          </a:p>
        </p:txBody>
      </p:sp>
      <p:sp>
        <p:nvSpPr>
          <p:cNvPr id="16" name="TextBox 15">
            <a:extLst>
              <a:ext uri="{FF2B5EF4-FFF2-40B4-BE49-F238E27FC236}">
                <a16:creationId xmlns:a16="http://schemas.microsoft.com/office/drawing/2014/main" id="{5E4DCCF1-1BB8-73EF-54AD-448BF2EF11BD}"/>
              </a:ext>
            </a:extLst>
          </p:cNvPr>
          <p:cNvSpPr txBox="1"/>
          <p:nvPr/>
        </p:nvSpPr>
        <p:spPr>
          <a:xfrm>
            <a:off x="1981200" y="992875"/>
            <a:ext cx="13716000" cy="1569660"/>
          </a:xfrm>
          <a:prstGeom prst="rect">
            <a:avLst/>
          </a:prstGeom>
          <a:noFill/>
        </p:spPr>
        <p:txBody>
          <a:bodyPr wrap="square" rtlCol="0">
            <a:spAutoFit/>
          </a:bodyPr>
          <a:lstStyle/>
          <a:p>
            <a:pPr algn="ctr"/>
            <a:r>
              <a:rPr lang="en-US" sz="9600" b="1" dirty="0" err="1">
                <a:solidFill>
                  <a:srgbClr val="FFFFFF"/>
                </a:solidFill>
                <a:latin typeface="Calibri" pitchFamily="34" charset="0"/>
                <a:ea typeface="Calibri" pitchFamily="34" charset="-122"/>
                <a:cs typeface="Calibri" pitchFamily="34" charset="-120"/>
              </a:rPr>
              <a:t>ניתוח</a:t>
            </a:r>
            <a:r>
              <a:rPr lang="en-US" sz="9600" b="1" dirty="0">
                <a:solidFill>
                  <a:srgbClr val="FFFFFF"/>
                </a:solidFill>
                <a:latin typeface="Calibri" pitchFamily="34" charset="0"/>
                <a:ea typeface="Calibri" pitchFamily="34" charset="-122"/>
                <a:cs typeface="Calibri" pitchFamily="34" charset="-120"/>
              </a:rPr>
              <a:t> </a:t>
            </a:r>
            <a:r>
              <a:rPr lang="en-US" sz="9600" b="1" dirty="0" err="1">
                <a:solidFill>
                  <a:srgbClr val="FFFFFF"/>
                </a:solidFill>
                <a:latin typeface="Calibri" pitchFamily="34" charset="0"/>
                <a:ea typeface="Calibri" pitchFamily="34" charset="-122"/>
                <a:cs typeface="Calibri" pitchFamily="34" charset="-120"/>
              </a:rPr>
              <a:t>אפקט</a:t>
            </a:r>
            <a:r>
              <a:rPr lang="en-US" sz="9600" b="1" dirty="0">
                <a:solidFill>
                  <a:srgbClr val="FFFFFF"/>
                </a:solidFill>
                <a:latin typeface="Calibri" pitchFamily="34" charset="0"/>
                <a:ea typeface="Calibri" pitchFamily="34" charset="-122"/>
                <a:cs typeface="Calibri" pitchFamily="34" charset="-120"/>
              </a:rPr>
              <a:t> </a:t>
            </a:r>
            <a:r>
              <a:rPr lang="en-US" sz="9600" b="1" dirty="0" err="1">
                <a:solidFill>
                  <a:srgbClr val="FFFFFF"/>
                </a:solidFill>
                <a:latin typeface="Calibri" pitchFamily="34" charset="0"/>
                <a:ea typeface="Calibri" pitchFamily="34" charset="-122"/>
                <a:cs typeface="Calibri" pitchFamily="34" charset="-120"/>
              </a:rPr>
              <a:t>המומנטום</a:t>
            </a:r>
            <a:endParaRPr lang="en-US" sz="9600" dirty="0"/>
          </a:p>
        </p:txBody>
      </p:sp>
      <p:sp>
        <p:nvSpPr>
          <p:cNvPr id="18" name="Text 2">
            <a:extLst>
              <a:ext uri="{FF2B5EF4-FFF2-40B4-BE49-F238E27FC236}">
                <a16:creationId xmlns:a16="http://schemas.microsoft.com/office/drawing/2014/main" id="{8B28CEE1-D46D-5282-FE05-5512AA97F6C0}"/>
              </a:ext>
            </a:extLst>
          </p:cNvPr>
          <p:cNvSpPr/>
          <p:nvPr/>
        </p:nvSpPr>
        <p:spPr>
          <a:xfrm>
            <a:off x="4724400" y="2889633"/>
            <a:ext cx="8229600" cy="548640"/>
          </a:xfrm>
          <a:prstGeom prst="rect">
            <a:avLst/>
          </a:prstGeom>
          <a:noFill/>
          <a:ln/>
        </p:spPr>
        <p:txBody>
          <a:bodyPr wrap="square" rtlCol="0" anchor="ctr"/>
          <a:lstStyle/>
          <a:p>
            <a:pPr marL="0" indent="0" algn="ctr">
              <a:buNone/>
            </a:pPr>
            <a:r>
              <a:rPr lang="en-US" sz="3000" b="1" dirty="0">
                <a:solidFill>
                  <a:schemeClr val="bg1"/>
                </a:solidFill>
                <a:latin typeface="Calibri" pitchFamily="34" charset="0"/>
                <a:ea typeface="Calibri" pitchFamily="34" charset="-122"/>
                <a:cs typeface="Calibri" pitchFamily="34" charset="-120"/>
              </a:rPr>
              <a:t>USA vs. Europe  |  2005–2025</a:t>
            </a:r>
            <a:endParaRPr lang="en-US" sz="3000" b="1" dirty="0">
              <a:solidFill>
                <a:schemeClr val="bg1"/>
              </a:solidFill>
            </a:endParaRPr>
          </a:p>
        </p:txBody>
      </p:sp>
      <p:sp>
        <p:nvSpPr>
          <p:cNvPr id="22" name="Shape 3">
            <a:extLst>
              <a:ext uri="{FF2B5EF4-FFF2-40B4-BE49-F238E27FC236}">
                <a16:creationId xmlns:a16="http://schemas.microsoft.com/office/drawing/2014/main" id="{784C5E2B-C477-82AD-E058-6A280C47FDC6}"/>
              </a:ext>
            </a:extLst>
          </p:cNvPr>
          <p:cNvSpPr/>
          <p:nvPr/>
        </p:nvSpPr>
        <p:spPr>
          <a:xfrm>
            <a:off x="2949368" y="4388612"/>
            <a:ext cx="2804160" cy="3314700"/>
          </a:xfrm>
          <a:prstGeom prst="rect">
            <a:avLst/>
          </a:prstGeom>
          <a:solidFill>
            <a:srgbClr val="112233"/>
          </a:solidFill>
          <a:ln w="12700">
            <a:solidFill>
              <a:srgbClr val="00BCD4"/>
            </a:solidFill>
            <a:prstDash val="solid"/>
          </a:ln>
        </p:spPr>
        <p:txBody>
          <a:bodyPr/>
          <a:lstStyle/>
          <a:p>
            <a:endParaRPr lang="en-US" sz="3000"/>
          </a:p>
        </p:txBody>
      </p:sp>
      <p:sp>
        <p:nvSpPr>
          <p:cNvPr id="24" name="Text 4">
            <a:extLst>
              <a:ext uri="{FF2B5EF4-FFF2-40B4-BE49-F238E27FC236}">
                <a16:creationId xmlns:a16="http://schemas.microsoft.com/office/drawing/2014/main" id="{D0D775D9-1EFD-E40C-F7E8-38CE832F0985}"/>
              </a:ext>
            </a:extLst>
          </p:cNvPr>
          <p:cNvSpPr/>
          <p:nvPr/>
        </p:nvSpPr>
        <p:spPr>
          <a:xfrm>
            <a:off x="2974872" y="4338879"/>
            <a:ext cx="2804160" cy="1657350"/>
          </a:xfrm>
          <a:prstGeom prst="rect">
            <a:avLst/>
          </a:prstGeom>
          <a:noFill/>
          <a:ln/>
        </p:spPr>
        <p:txBody>
          <a:bodyPr wrap="square" rtlCol="0" anchor="ctr"/>
          <a:lstStyle/>
          <a:p>
            <a:pPr marL="0" indent="0" algn="ctr">
              <a:buNone/>
            </a:pPr>
            <a:r>
              <a:rPr lang="he-IL" sz="3000" b="1" dirty="0">
                <a:solidFill>
                  <a:srgbClr val="00BCD4"/>
                </a:solidFill>
                <a:latin typeface="Calibri" pitchFamily="34" charset="0"/>
                <a:ea typeface="Calibri" pitchFamily="34" charset="-122"/>
                <a:cs typeface="Calibri" pitchFamily="34" charset="-120"/>
              </a:rPr>
              <a:t>612</a:t>
            </a:r>
            <a:endParaRPr lang="en-US" sz="3000" dirty="0"/>
          </a:p>
        </p:txBody>
      </p:sp>
      <p:sp>
        <p:nvSpPr>
          <p:cNvPr id="26" name="Text 5">
            <a:extLst>
              <a:ext uri="{FF2B5EF4-FFF2-40B4-BE49-F238E27FC236}">
                <a16:creationId xmlns:a16="http://schemas.microsoft.com/office/drawing/2014/main" id="{DB6BF901-F553-3B0E-3B1B-7C4233072AFE}"/>
              </a:ext>
            </a:extLst>
          </p:cNvPr>
          <p:cNvSpPr/>
          <p:nvPr/>
        </p:nvSpPr>
        <p:spPr>
          <a:xfrm>
            <a:off x="2997732" y="5620688"/>
            <a:ext cx="2804160" cy="1325880"/>
          </a:xfrm>
          <a:prstGeom prst="rect">
            <a:avLst/>
          </a:prstGeom>
          <a:noFill/>
          <a:ln/>
        </p:spPr>
        <p:txBody>
          <a:bodyPr wrap="square" rtlCol="0" anchor="ctr"/>
          <a:lstStyle/>
          <a:p>
            <a:pPr marL="0" indent="0" algn="ctr">
              <a:buNone/>
            </a:pPr>
            <a:r>
              <a:rPr lang="en-US" sz="3000" dirty="0">
                <a:solidFill>
                  <a:srgbClr val="B0BEC5"/>
                </a:solidFill>
                <a:latin typeface="Calibri" pitchFamily="34" charset="0"/>
                <a:ea typeface="Calibri" pitchFamily="34" charset="-122"/>
                <a:cs typeface="Calibri" pitchFamily="34" charset="-120"/>
              </a:rPr>
              <a:t>מניות אמריקאיות</a:t>
            </a:r>
            <a:endParaRPr lang="en-US" sz="3000" dirty="0"/>
          </a:p>
        </p:txBody>
      </p:sp>
      <p:sp>
        <p:nvSpPr>
          <p:cNvPr id="28" name="Shape 6">
            <a:extLst>
              <a:ext uri="{FF2B5EF4-FFF2-40B4-BE49-F238E27FC236}">
                <a16:creationId xmlns:a16="http://schemas.microsoft.com/office/drawing/2014/main" id="{10287CC0-957C-2BEB-F7BB-E54A646A2714}"/>
              </a:ext>
            </a:extLst>
          </p:cNvPr>
          <p:cNvSpPr/>
          <p:nvPr/>
        </p:nvSpPr>
        <p:spPr>
          <a:xfrm>
            <a:off x="6369921" y="4366464"/>
            <a:ext cx="2804160" cy="3314700"/>
          </a:xfrm>
          <a:prstGeom prst="rect">
            <a:avLst/>
          </a:prstGeom>
          <a:solidFill>
            <a:srgbClr val="112233"/>
          </a:solidFill>
          <a:ln w="12700">
            <a:solidFill>
              <a:srgbClr val="00BCD4"/>
            </a:solidFill>
            <a:prstDash val="solid"/>
          </a:ln>
        </p:spPr>
        <p:txBody>
          <a:bodyPr/>
          <a:lstStyle/>
          <a:p>
            <a:endParaRPr lang="en-US" sz="3000"/>
          </a:p>
        </p:txBody>
      </p:sp>
      <p:sp>
        <p:nvSpPr>
          <p:cNvPr id="30" name="Text 7">
            <a:extLst>
              <a:ext uri="{FF2B5EF4-FFF2-40B4-BE49-F238E27FC236}">
                <a16:creationId xmlns:a16="http://schemas.microsoft.com/office/drawing/2014/main" id="{687B6F40-16B3-022E-FB88-DE3DB24C258D}"/>
              </a:ext>
            </a:extLst>
          </p:cNvPr>
          <p:cNvSpPr/>
          <p:nvPr/>
        </p:nvSpPr>
        <p:spPr>
          <a:xfrm>
            <a:off x="6418285" y="4353650"/>
            <a:ext cx="2804160" cy="1657350"/>
          </a:xfrm>
          <a:prstGeom prst="rect">
            <a:avLst/>
          </a:prstGeom>
          <a:noFill/>
          <a:ln/>
        </p:spPr>
        <p:txBody>
          <a:bodyPr wrap="square" rtlCol="0" anchor="ctr"/>
          <a:lstStyle/>
          <a:p>
            <a:pPr marL="0" indent="0" algn="ctr">
              <a:buNone/>
            </a:pPr>
            <a:r>
              <a:rPr lang="he-IL" sz="3000" b="1" dirty="0">
                <a:solidFill>
                  <a:srgbClr val="00BCD4"/>
                </a:solidFill>
                <a:latin typeface="Calibri" pitchFamily="34" charset="0"/>
                <a:ea typeface="Calibri" pitchFamily="34" charset="-122"/>
                <a:cs typeface="Calibri" pitchFamily="34" charset="-120"/>
              </a:rPr>
              <a:t>500</a:t>
            </a:r>
            <a:endParaRPr lang="en-US" sz="3000" dirty="0"/>
          </a:p>
        </p:txBody>
      </p:sp>
      <p:sp>
        <p:nvSpPr>
          <p:cNvPr id="32" name="Text 8">
            <a:extLst>
              <a:ext uri="{FF2B5EF4-FFF2-40B4-BE49-F238E27FC236}">
                <a16:creationId xmlns:a16="http://schemas.microsoft.com/office/drawing/2014/main" id="{61E492CE-5425-B00B-2A3B-6E2806DA8844}"/>
              </a:ext>
            </a:extLst>
          </p:cNvPr>
          <p:cNvSpPr/>
          <p:nvPr/>
        </p:nvSpPr>
        <p:spPr>
          <a:xfrm>
            <a:off x="6503045" y="5579402"/>
            <a:ext cx="2804160" cy="1325880"/>
          </a:xfrm>
          <a:prstGeom prst="rect">
            <a:avLst/>
          </a:prstGeom>
          <a:noFill/>
          <a:ln/>
        </p:spPr>
        <p:txBody>
          <a:bodyPr wrap="square" rtlCol="0" anchor="ctr"/>
          <a:lstStyle/>
          <a:p>
            <a:pPr marL="0" indent="0" algn="ctr">
              <a:buNone/>
            </a:pPr>
            <a:r>
              <a:rPr lang="en-US" sz="3000" dirty="0">
                <a:solidFill>
                  <a:srgbClr val="B0BEC5"/>
                </a:solidFill>
                <a:latin typeface="Calibri" pitchFamily="34" charset="0"/>
                <a:ea typeface="Calibri" pitchFamily="34" charset="-122"/>
                <a:cs typeface="Calibri" pitchFamily="34" charset="-120"/>
              </a:rPr>
              <a:t>מניות אירופאיות</a:t>
            </a:r>
            <a:endParaRPr lang="en-US" sz="3000" dirty="0"/>
          </a:p>
        </p:txBody>
      </p:sp>
      <p:sp>
        <p:nvSpPr>
          <p:cNvPr id="34" name="Shape 9">
            <a:extLst>
              <a:ext uri="{FF2B5EF4-FFF2-40B4-BE49-F238E27FC236}">
                <a16:creationId xmlns:a16="http://schemas.microsoft.com/office/drawing/2014/main" id="{4B41D2E4-70BB-3CC4-B1AC-8806E74F9FBA}"/>
              </a:ext>
            </a:extLst>
          </p:cNvPr>
          <p:cNvSpPr/>
          <p:nvPr/>
        </p:nvSpPr>
        <p:spPr>
          <a:xfrm>
            <a:off x="9525000" y="4388043"/>
            <a:ext cx="2804160" cy="3314700"/>
          </a:xfrm>
          <a:prstGeom prst="rect">
            <a:avLst/>
          </a:prstGeom>
          <a:solidFill>
            <a:srgbClr val="112233"/>
          </a:solidFill>
          <a:ln w="12700">
            <a:solidFill>
              <a:srgbClr val="00BCD4"/>
            </a:solidFill>
            <a:prstDash val="solid"/>
          </a:ln>
        </p:spPr>
        <p:txBody>
          <a:bodyPr/>
          <a:lstStyle/>
          <a:p>
            <a:endParaRPr lang="en-US" sz="3000"/>
          </a:p>
        </p:txBody>
      </p:sp>
      <p:sp>
        <p:nvSpPr>
          <p:cNvPr id="36" name="Text 10">
            <a:extLst>
              <a:ext uri="{FF2B5EF4-FFF2-40B4-BE49-F238E27FC236}">
                <a16:creationId xmlns:a16="http://schemas.microsoft.com/office/drawing/2014/main" id="{3CFEA9DE-CA6D-D1FE-B74D-444611FD98DA}"/>
              </a:ext>
            </a:extLst>
          </p:cNvPr>
          <p:cNvSpPr/>
          <p:nvPr/>
        </p:nvSpPr>
        <p:spPr>
          <a:xfrm>
            <a:off x="9479280" y="4338879"/>
            <a:ext cx="2804160" cy="1657350"/>
          </a:xfrm>
          <a:prstGeom prst="rect">
            <a:avLst/>
          </a:prstGeom>
          <a:noFill/>
          <a:ln/>
        </p:spPr>
        <p:txBody>
          <a:bodyPr wrap="square" rtlCol="0" anchor="ctr"/>
          <a:lstStyle/>
          <a:p>
            <a:pPr algn="ctr"/>
            <a:r>
              <a:rPr lang="en-US" sz="3000" b="1" dirty="0">
                <a:solidFill>
                  <a:srgbClr val="00BCD4"/>
                </a:solidFill>
                <a:latin typeface="Calibri" pitchFamily="34" charset="0"/>
                <a:ea typeface="Calibri" pitchFamily="34" charset="-122"/>
                <a:cs typeface="Calibri" pitchFamily="34" charset="-120"/>
              </a:rPr>
              <a:t>249327</a:t>
            </a:r>
            <a:endParaRPr lang="en-US" sz="3000" dirty="0"/>
          </a:p>
        </p:txBody>
      </p:sp>
      <p:sp>
        <p:nvSpPr>
          <p:cNvPr id="38" name="Text 11">
            <a:extLst>
              <a:ext uri="{FF2B5EF4-FFF2-40B4-BE49-F238E27FC236}">
                <a16:creationId xmlns:a16="http://schemas.microsoft.com/office/drawing/2014/main" id="{93F1E7BF-8D4F-2F3E-E849-62665BCD8E35}"/>
              </a:ext>
            </a:extLst>
          </p:cNvPr>
          <p:cNvSpPr/>
          <p:nvPr/>
        </p:nvSpPr>
        <p:spPr>
          <a:xfrm>
            <a:off x="9570720" y="5415348"/>
            <a:ext cx="2804160" cy="1325880"/>
          </a:xfrm>
          <a:prstGeom prst="rect">
            <a:avLst/>
          </a:prstGeom>
          <a:noFill/>
          <a:ln/>
        </p:spPr>
        <p:txBody>
          <a:bodyPr wrap="square" rtlCol="0" anchor="ctr"/>
          <a:lstStyle/>
          <a:p>
            <a:pPr marL="0" indent="0" algn="ctr">
              <a:buNone/>
            </a:pPr>
            <a:r>
              <a:rPr lang="en-US" sz="3000" dirty="0">
                <a:solidFill>
                  <a:srgbClr val="B0BEC5"/>
                </a:solidFill>
                <a:latin typeface="Calibri" pitchFamily="34" charset="0"/>
                <a:ea typeface="Calibri" pitchFamily="34" charset="-122"/>
                <a:cs typeface="Calibri" pitchFamily="34" charset="-120"/>
              </a:rPr>
              <a:t>תצפיות</a:t>
            </a:r>
            <a:endParaRPr lang="en-US" sz="3000" dirty="0"/>
          </a:p>
        </p:txBody>
      </p:sp>
      <p:sp>
        <p:nvSpPr>
          <p:cNvPr id="40" name="Shape 12">
            <a:extLst>
              <a:ext uri="{FF2B5EF4-FFF2-40B4-BE49-F238E27FC236}">
                <a16:creationId xmlns:a16="http://schemas.microsoft.com/office/drawing/2014/main" id="{93642912-B13C-453F-94E1-BDEDE598E3A7}"/>
              </a:ext>
            </a:extLst>
          </p:cNvPr>
          <p:cNvSpPr/>
          <p:nvPr/>
        </p:nvSpPr>
        <p:spPr>
          <a:xfrm>
            <a:off x="12851471" y="4338879"/>
            <a:ext cx="2804160" cy="3314700"/>
          </a:xfrm>
          <a:prstGeom prst="rect">
            <a:avLst/>
          </a:prstGeom>
          <a:solidFill>
            <a:srgbClr val="112233"/>
          </a:solidFill>
          <a:ln w="12700">
            <a:solidFill>
              <a:srgbClr val="00BCD4"/>
            </a:solidFill>
            <a:prstDash val="solid"/>
          </a:ln>
        </p:spPr>
        <p:txBody>
          <a:bodyPr/>
          <a:lstStyle/>
          <a:p>
            <a:endParaRPr lang="en-US" sz="3000"/>
          </a:p>
        </p:txBody>
      </p:sp>
      <p:sp>
        <p:nvSpPr>
          <p:cNvPr id="42" name="Text 13">
            <a:extLst>
              <a:ext uri="{FF2B5EF4-FFF2-40B4-BE49-F238E27FC236}">
                <a16:creationId xmlns:a16="http://schemas.microsoft.com/office/drawing/2014/main" id="{B3794C72-07AD-F017-19EC-39D3B830126F}"/>
              </a:ext>
            </a:extLst>
          </p:cNvPr>
          <p:cNvSpPr/>
          <p:nvPr/>
        </p:nvSpPr>
        <p:spPr>
          <a:xfrm>
            <a:off x="12861706" y="4366464"/>
            <a:ext cx="2804160" cy="1657350"/>
          </a:xfrm>
          <a:prstGeom prst="rect">
            <a:avLst/>
          </a:prstGeom>
          <a:noFill/>
          <a:ln/>
        </p:spPr>
        <p:txBody>
          <a:bodyPr wrap="square" rtlCol="0" anchor="ctr"/>
          <a:lstStyle/>
          <a:p>
            <a:pPr marL="0" indent="0" algn="ctr">
              <a:buNone/>
            </a:pPr>
            <a:r>
              <a:rPr lang="en-US" sz="3000" b="1" dirty="0">
                <a:solidFill>
                  <a:srgbClr val="00BCD4"/>
                </a:solidFill>
                <a:latin typeface="Calibri" pitchFamily="34" charset="0"/>
                <a:ea typeface="Calibri" pitchFamily="34" charset="-122"/>
                <a:cs typeface="Calibri" pitchFamily="34" charset="-120"/>
              </a:rPr>
              <a:t>2005–2025</a:t>
            </a:r>
            <a:endParaRPr lang="en-US" sz="3000" dirty="0"/>
          </a:p>
        </p:txBody>
      </p:sp>
      <p:sp>
        <p:nvSpPr>
          <p:cNvPr id="44" name="Text 14">
            <a:extLst>
              <a:ext uri="{FF2B5EF4-FFF2-40B4-BE49-F238E27FC236}">
                <a16:creationId xmlns:a16="http://schemas.microsoft.com/office/drawing/2014/main" id="{AD498305-C6E9-AB79-EA69-5C6C9323E60E}"/>
              </a:ext>
            </a:extLst>
          </p:cNvPr>
          <p:cNvSpPr/>
          <p:nvPr/>
        </p:nvSpPr>
        <p:spPr>
          <a:xfrm>
            <a:off x="8168640" y="5646420"/>
            <a:ext cx="2804160" cy="1325880"/>
          </a:xfrm>
          <a:prstGeom prst="rect">
            <a:avLst/>
          </a:prstGeom>
          <a:noFill/>
          <a:ln/>
        </p:spPr>
        <p:txBody>
          <a:bodyPr wrap="square" rtlCol="0" anchor="ctr"/>
          <a:lstStyle/>
          <a:p>
            <a:pPr marL="0" indent="0" algn="ctr">
              <a:buNone/>
            </a:pPr>
            <a:endParaRPr lang="en-US" sz="3000" dirty="0"/>
          </a:p>
        </p:txBody>
      </p:sp>
      <p:sp>
        <p:nvSpPr>
          <p:cNvPr id="47" name="Text 11">
            <a:extLst>
              <a:ext uri="{FF2B5EF4-FFF2-40B4-BE49-F238E27FC236}">
                <a16:creationId xmlns:a16="http://schemas.microsoft.com/office/drawing/2014/main" id="{BFBC36E5-BCFD-5E47-4FF8-30E453747377}"/>
              </a:ext>
            </a:extLst>
          </p:cNvPr>
          <p:cNvSpPr/>
          <p:nvPr/>
        </p:nvSpPr>
        <p:spPr>
          <a:xfrm>
            <a:off x="12994830" y="5419588"/>
            <a:ext cx="2804160" cy="1325880"/>
          </a:xfrm>
          <a:prstGeom prst="rect">
            <a:avLst/>
          </a:prstGeom>
          <a:noFill/>
          <a:ln/>
        </p:spPr>
        <p:txBody>
          <a:bodyPr wrap="square" rtlCol="0" anchor="ctr"/>
          <a:lstStyle/>
          <a:p>
            <a:pPr marL="0" indent="0" algn="ctr">
              <a:buNone/>
            </a:pPr>
            <a:r>
              <a:rPr lang="he-IL" sz="3000" dirty="0">
                <a:solidFill>
                  <a:srgbClr val="B0BEC5"/>
                </a:solidFill>
                <a:latin typeface="Calibri" pitchFamily="34" charset="0"/>
                <a:ea typeface="Calibri" pitchFamily="34" charset="-122"/>
                <a:cs typeface="Calibri" pitchFamily="34" charset="-120"/>
              </a:rPr>
              <a:t>שנים</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sp>
        <p:nvSpPr>
          <p:cNvPr id="5" name="Freeform 5"/>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19">
            <a:extLst>
              <a:ext uri="{FF2B5EF4-FFF2-40B4-BE49-F238E27FC236}">
                <a16:creationId xmlns:a16="http://schemas.microsoft.com/office/drawing/2014/main" id="{5036F340-6F62-5C29-2E01-707D39850A06}"/>
              </a:ext>
            </a:extLst>
          </p:cNvPr>
          <p:cNvSpPr txBox="1"/>
          <p:nvPr/>
        </p:nvSpPr>
        <p:spPr>
          <a:xfrm>
            <a:off x="1600200" y="-128320"/>
            <a:ext cx="9144000" cy="1323439"/>
          </a:xfrm>
          <a:prstGeom prst="rect">
            <a:avLst/>
          </a:prstGeom>
          <a:noFill/>
        </p:spPr>
        <p:txBody>
          <a:bodyPr wrap="square" rtlCol="0">
            <a:spAutoFit/>
          </a:bodyPr>
          <a:lstStyle/>
          <a:p>
            <a:pPr algn="r"/>
            <a:r>
              <a:rPr lang="he-IL" sz="8000" b="1" u="sng" dirty="0">
                <a:solidFill>
                  <a:srgbClr val="00B050"/>
                </a:solidFill>
              </a:rPr>
              <a:t>מבוא</a:t>
            </a:r>
            <a:endParaRPr lang="en-US" sz="5400" b="1" u="sng" dirty="0">
              <a:solidFill>
                <a:srgbClr val="00B050"/>
              </a:solidFill>
            </a:endParaRPr>
          </a:p>
        </p:txBody>
      </p:sp>
      <p:sp>
        <p:nvSpPr>
          <p:cNvPr id="23" name="Shape 3">
            <a:extLst>
              <a:ext uri="{FF2B5EF4-FFF2-40B4-BE49-F238E27FC236}">
                <a16:creationId xmlns:a16="http://schemas.microsoft.com/office/drawing/2014/main" id="{84DCD2C7-BCE4-994A-F508-5B6905E57A00}"/>
              </a:ext>
            </a:extLst>
          </p:cNvPr>
          <p:cNvSpPr/>
          <p:nvPr/>
        </p:nvSpPr>
        <p:spPr>
          <a:xfrm>
            <a:off x="10591800" y="1104900"/>
            <a:ext cx="7147560" cy="3505200"/>
          </a:xfrm>
          <a:prstGeom prst="rect">
            <a:avLst/>
          </a:prstGeom>
          <a:solidFill>
            <a:srgbClr val="112233"/>
          </a:solidFill>
          <a:ln w="12700">
            <a:solidFill>
              <a:srgbClr val="00BCD4"/>
            </a:solidFill>
            <a:prstDash val="solid"/>
          </a:ln>
        </p:spPr>
        <p:txBody>
          <a:bodyPr/>
          <a:lstStyle/>
          <a:p>
            <a:pPr algn="r"/>
            <a:r>
              <a:rPr lang="he-IL" sz="3000" dirty="0">
                <a:solidFill>
                  <a:schemeClr val="bg1"/>
                </a:solidFill>
              </a:rPr>
              <a:t>מהי אנומליה בשוק ההון?</a:t>
            </a:r>
          </a:p>
          <a:p>
            <a:pPr algn="r"/>
            <a:endParaRPr lang="he-IL" sz="3000" dirty="0">
              <a:solidFill>
                <a:srgbClr val="00B050"/>
              </a:solidFill>
            </a:endParaRPr>
          </a:p>
          <a:p>
            <a:pPr algn="r" rtl="1"/>
            <a:r>
              <a:rPr lang="he-IL" sz="3000" dirty="0">
                <a:solidFill>
                  <a:schemeClr val="bg1"/>
                </a:solidFill>
              </a:rPr>
              <a:t> </a:t>
            </a:r>
            <a:r>
              <a:rPr lang="en-US" sz="3200" dirty="0" err="1">
                <a:solidFill>
                  <a:schemeClr val="bg1"/>
                </a:solidFill>
              </a:rPr>
              <a:t>דפוס</a:t>
            </a:r>
            <a:r>
              <a:rPr lang="en-US" sz="3200" dirty="0">
                <a:solidFill>
                  <a:schemeClr val="bg1"/>
                </a:solidFill>
              </a:rPr>
              <a:t> </a:t>
            </a:r>
            <a:r>
              <a:rPr lang="en-US" sz="3200" dirty="0" err="1">
                <a:solidFill>
                  <a:schemeClr val="bg1"/>
                </a:solidFill>
              </a:rPr>
              <a:t>עקבי</a:t>
            </a:r>
            <a:r>
              <a:rPr lang="en-US" sz="3200" dirty="0">
                <a:solidFill>
                  <a:schemeClr val="bg1"/>
                </a:solidFill>
              </a:rPr>
              <a:t> </a:t>
            </a:r>
            <a:r>
              <a:rPr lang="en-US" sz="3200" dirty="0" err="1">
                <a:solidFill>
                  <a:schemeClr val="bg1"/>
                </a:solidFill>
              </a:rPr>
              <a:t>שמאפשר</a:t>
            </a:r>
            <a:r>
              <a:rPr lang="en-US" sz="3200" dirty="0">
                <a:solidFill>
                  <a:schemeClr val="bg1"/>
                </a:solidFill>
              </a:rPr>
              <a:t> </a:t>
            </a:r>
            <a:r>
              <a:rPr lang="en-US" sz="3200" dirty="0" err="1">
                <a:solidFill>
                  <a:schemeClr val="bg1"/>
                </a:solidFill>
              </a:rPr>
              <a:t>לחזות</a:t>
            </a:r>
            <a:r>
              <a:rPr lang="en-US" sz="3200" dirty="0">
                <a:solidFill>
                  <a:schemeClr val="bg1"/>
                </a:solidFill>
              </a:rPr>
              <a:t> </a:t>
            </a:r>
            <a:r>
              <a:rPr lang="en-US" sz="3200" dirty="0" err="1">
                <a:solidFill>
                  <a:schemeClr val="bg1"/>
                </a:solidFill>
              </a:rPr>
              <a:t>תשואות</a:t>
            </a:r>
            <a:r>
              <a:rPr lang="en-US" sz="3200" dirty="0">
                <a:solidFill>
                  <a:schemeClr val="bg1"/>
                </a:solidFill>
              </a:rPr>
              <a:t> </a:t>
            </a:r>
            <a:r>
              <a:rPr lang="en-US" sz="3200" dirty="0" err="1">
                <a:solidFill>
                  <a:schemeClr val="bg1"/>
                </a:solidFill>
              </a:rPr>
              <a:t>או</a:t>
            </a:r>
            <a:r>
              <a:rPr lang="en-US" sz="3200" dirty="0">
                <a:solidFill>
                  <a:schemeClr val="bg1"/>
                </a:solidFill>
              </a:rPr>
              <a:t> </a:t>
            </a:r>
            <a:r>
              <a:rPr lang="en-US" sz="3200" dirty="0" err="1">
                <a:solidFill>
                  <a:schemeClr val="bg1"/>
                </a:solidFill>
              </a:rPr>
              <a:t>להשיג</a:t>
            </a:r>
            <a:r>
              <a:rPr lang="en-US" sz="3200" dirty="0">
                <a:solidFill>
                  <a:schemeClr val="bg1"/>
                </a:solidFill>
              </a:rPr>
              <a:t> </a:t>
            </a:r>
            <a:r>
              <a:rPr lang="en-US" sz="3200" dirty="0" err="1">
                <a:solidFill>
                  <a:schemeClr val="bg1"/>
                </a:solidFill>
              </a:rPr>
              <a:t>תשואה</a:t>
            </a:r>
            <a:r>
              <a:rPr lang="en-US" sz="3200" dirty="0">
                <a:solidFill>
                  <a:schemeClr val="bg1"/>
                </a:solidFill>
              </a:rPr>
              <a:t> </a:t>
            </a:r>
            <a:r>
              <a:rPr lang="en-US" sz="3200" dirty="0" err="1">
                <a:solidFill>
                  <a:schemeClr val="bg1"/>
                </a:solidFill>
              </a:rPr>
              <a:t>עודפת</a:t>
            </a:r>
            <a:r>
              <a:rPr lang="en-US" sz="3200" dirty="0">
                <a:solidFill>
                  <a:schemeClr val="bg1"/>
                </a:solidFill>
              </a:rPr>
              <a:t>, </a:t>
            </a:r>
            <a:r>
              <a:rPr lang="en-US" sz="3200" dirty="0" err="1">
                <a:solidFill>
                  <a:schemeClr val="bg1"/>
                </a:solidFill>
              </a:rPr>
              <a:t>למרות</a:t>
            </a:r>
            <a:r>
              <a:rPr lang="en-US" sz="3200" dirty="0">
                <a:solidFill>
                  <a:schemeClr val="bg1"/>
                </a:solidFill>
              </a:rPr>
              <a:t> </a:t>
            </a:r>
            <a:r>
              <a:rPr lang="en-US" sz="3200" dirty="0" err="1">
                <a:solidFill>
                  <a:schemeClr val="bg1"/>
                </a:solidFill>
              </a:rPr>
              <a:t>שלפי</a:t>
            </a:r>
            <a:r>
              <a:rPr lang="en-US" sz="3200" dirty="0">
                <a:solidFill>
                  <a:schemeClr val="bg1"/>
                </a:solidFill>
              </a:rPr>
              <a:t> </a:t>
            </a:r>
            <a:r>
              <a:rPr lang="en-US" sz="3200" dirty="0" err="1">
                <a:solidFill>
                  <a:schemeClr val="bg1"/>
                </a:solidFill>
              </a:rPr>
              <a:t>התאוריה</a:t>
            </a:r>
            <a:r>
              <a:rPr lang="en-US" sz="3200" dirty="0">
                <a:solidFill>
                  <a:schemeClr val="bg1"/>
                </a:solidFill>
              </a:rPr>
              <a:t> </a:t>
            </a:r>
            <a:r>
              <a:rPr lang="en-US" sz="3200" dirty="0" err="1">
                <a:solidFill>
                  <a:schemeClr val="bg1"/>
                </a:solidFill>
              </a:rPr>
              <a:t>זה</a:t>
            </a:r>
            <a:r>
              <a:rPr lang="en-US" sz="3200" dirty="0">
                <a:solidFill>
                  <a:schemeClr val="bg1"/>
                </a:solidFill>
              </a:rPr>
              <a:t> </a:t>
            </a:r>
            <a:r>
              <a:rPr lang="en-US" sz="3200" dirty="0" err="1">
                <a:solidFill>
                  <a:schemeClr val="bg1"/>
                </a:solidFill>
              </a:rPr>
              <a:t>לא</a:t>
            </a:r>
            <a:r>
              <a:rPr lang="en-US" sz="3200" dirty="0">
                <a:solidFill>
                  <a:schemeClr val="bg1"/>
                </a:solidFill>
              </a:rPr>
              <a:t> </a:t>
            </a:r>
            <a:r>
              <a:rPr lang="en-US" sz="3200" dirty="0" err="1">
                <a:solidFill>
                  <a:schemeClr val="bg1"/>
                </a:solidFill>
              </a:rPr>
              <a:t>אמור</a:t>
            </a:r>
            <a:r>
              <a:rPr lang="en-US" sz="3200" dirty="0">
                <a:solidFill>
                  <a:schemeClr val="bg1"/>
                </a:solidFill>
              </a:rPr>
              <a:t> </a:t>
            </a:r>
            <a:r>
              <a:rPr lang="en-US" sz="3200" dirty="0" err="1">
                <a:solidFill>
                  <a:schemeClr val="bg1"/>
                </a:solidFill>
              </a:rPr>
              <a:t>להיות</a:t>
            </a:r>
            <a:r>
              <a:rPr lang="en-US" sz="3200" dirty="0">
                <a:solidFill>
                  <a:schemeClr val="bg1"/>
                </a:solidFill>
              </a:rPr>
              <a:t> </a:t>
            </a:r>
            <a:r>
              <a:rPr lang="en-US" sz="3200" dirty="0" err="1">
                <a:solidFill>
                  <a:schemeClr val="bg1"/>
                </a:solidFill>
              </a:rPr>
              <a:t>אפשרי</a:t>
            </a:r>
            <a:r>
              <a:rPr lang="en-US" sz="3200" dirty="0">
                <a:solidFill>
                  <a:schemeClr val="bg1"/>
                </a:solidFill>
              </a:rPr>
              <a:t>,</a:t>
            </a:r>
            <a:r>
              <a:rPr lang="he-IL" sz="3200" dirty="0">
                <a:solidFill>
                  <a:schemeClr val="bg1"/>
                </a:solidFill>
              </a:rPr>
              <a:t> נובע מחוסר יעילות בשוק או דפוס התנהגות של משקיעים. </a:t>
            </a:r>
            <a:endParaRPr lang="en-US" sz="3000" dirty="0">
              <a:solidFill>
                <a:schemeClr val="bg1"/>
              </a:solidFill>
            </a:endParaRPr>
          </a:p>
        </p:txBody>
      </p:sp>
      <p:sp>
        <p:nvSpPr>
          <p:cNvPr id="25" name="Shape 3">
            <a:extLst>
              <a:ext uri="{FF2B5EF4-FFF2-40B4-BE49-F238E27FC236}">
                <a16:creationId xmlns:a16="http://schemas.microsoft.com/office/drawing/2014/main" id="{D2A84B8D-5729-F257-042F-6378D171F8F9}"/>
              </a:ext>
            </a:extLst>
          </p:cNvPr>
          <p:cNvSpPr/>
          <p:nvPr/>
        </p:nvSpPr>
        <p:spPr>
          <a:xfrm>
            <a:off x="10591800" y="4991100"/>
            <a:ext cx="7147560" cy="3314700"/>
          </a:xfrm>
          <a:prstGeom prst="rect">
            <a:avLst/>
          </a:prstGeom>
          <a:solidFill>
            <a:srgbClr val="112233"/>
          </a:solidFill>
          <a:ln w="12700">
            <a:solidFill>
              <a:srgbClr val="00BCD4"/>
            </a:solidFill>
            <a:prstDash val="solid"/>
          </a:ln>
        </p:spPr>
        <p:txBody>
          <a:bodyPr/>
          <a:lstStyle/>
          <a:p>
            <a:pPr algn="r" rtl="1"/>
            <a:r>
              <a:rPr lang="he-IL" sz="3000" dirty="0">
                <a:solidFill>
                  <a:schemeClr val="bg1"/>
                </a:solidFill>
              </a:rPr>
              <a:t>מהי אנומלית המומנטום:</a:t>
            </a:r>
            <a:r>
              <a:rPr lang="en-US" sz="3200" dirty="0" err="1">
                <a:solidFill>
                  <a:schemeClr val="bg1"/>
                </a:solidFill>
              </a:rPr>
              <a:t>היא</a:t>
            </a:r>
            <a:r>
              <a:rPr lang="en-US" sz="3200" dirty="0">
                <a:solidFill>
                  <a:schemeClr val="bg1"/>
                </a:solidFill>
              </a:rPr>
              <a:t> </a:t>
            </a:r>
            <a:r>
              <a:rPr lang="en-US" sz="3200" dirty="0" err="1">
                <a:solidFill>
                  <a:schemeClr val="bg1"/>
                </a:solidFill>
              </a:rPr>
              <a:t>תופעה</a:t>
            </a:r>
            <a:r>
              <a:rPr lang="en-US" sz="3200" dirty="0">
                <a:solidFill>
                  <a:schemeClr val="bg1"/>
                </a:solidFill>
              </a:rPr>
              <a:t> </a:t>
            </a:r>
            <a:r>
              <a:rPr lang="en-US" sz="3200" dirty="0" err="1">
                <a:solidFill>
                  <a:schemeClr val="bg1"/>
                </a:solidFill>
              </a:rPr>
              <a:t>בשוק</a:t>
            </a:r>
            <a:r>
              <a:rPr lang="en-US" sz="3200" dirty="0">
                <a:solidFill>
                  <a:schemeClr val="bg1"/>
                </a:solidFill>
              </a:rPr>
              <a:t> </a:t>
            </a:r>
            <a:r>
              <a:rPr lang="en-US" sz="3200" dirty="0" err="1">
                <a:solidFill>
                  <a:schemeClr val="bg1"/>
                </a:solidFill>
              </a:rPr>
              <a:t>ההון</a:t>
            </a:r>
            <a:r>
              <a:rPr lang="en-US" sz="3200" dirty="0">
                <a:solidFill>
                  <a:schemeClr val="bg1"/>
                </a:solidFill>
              </a:rPr>
              <a:t> </a:t>
            </a:r>
            <a:r>
              <a:rPr lang="en-US" sz="3200" dirty="0" err="1">
                <a:solidFill>
                  <a:schemeClr val="bg1"/>
                </a:solidFill>
              </a:rPr>
              <a:t>שבה</a:t>
            </a:r>
            <a:r>
              <a:rPr lang="en-US" sz="3200" dirty="0">
                <a:solidFill>
                  <a:schemeClr val="bg1"/>
                </a:solidFill>
              </a:rPr>
              <a:t> </a:t>
            </a:r>
            <a:r>
              <a:rPr lang="en-US" sz="3200" dirty="0" err="1">
                <a:solidFill>
                  <a:schemeClr val="bg1"/>
                </a:solidFill>
              </a:rPr>
              <a:t>מניות</a:t>
            </a:r>
            <a:r>
              <a:rPr lang="en-US" sz="3200" dirty="0">
                <a:solidFill>
                  <a:schemeClr val="bg1"/>
                </a:solidFill>
              </a:rPr>
              <a:t> </a:t>
            </a:r>
            <a:r>
              <a:rPr lang="en-US" sz="3200" dirty="0" err="1">
                <a:solidFill>
                  <a:schemeClr val="bg1"/>
                </a:solidFill>
              </a:rPr>
              <a:t>שהציגו</a:t>
            </a:r>
            <a:r>
              <a:rPr lang="en-US" sz="3200" dirty="0">
                <a:solidFill>
                  <a:schemeClr val="bg1"/>
                </a:solidFill>
              </a:rPr>
              <a:t> ביצועים </a:t>
            </a:r>
            <a:r>
              <a:rPr lang="en-US" sz="3200" dirty="0" err="1">
                <a:solidFill>
                  <a:schemeClr val="bg1"/>
                </a:solidFill>
              </a:rPr>
              <a:t>טובים</a:t>
            </a:r>
            <a:r>
              <a:rPr lang="en-US" sz="3200" dirty="0">
                <a:solidFill>
                  <a:schemeClr val="bg1"/>
                </a:solidFill>
              </a:rPr>
              <a:t> </a:t>
            </a:r>
            <a:r>
              <a:rPr lang="en-US" sz="3200" dirty="0" err="1">
                <a:solidFill>
                  <a:schemeClr val="bg1"/>
                </a:solidFill>
              </a:rPr>
              <a:t>בעבר</a:t>
            </a:r>
            <a:r>
              <a:rPr lang="en-US" sz="3200" dirty="0">
                <a:solidFill>
                  <a:schemeClr val="bg1"/>
                </a:solidFill>
              </a:rPr>
              <a:t> </a:t>
            </a:r>
            <a:r>
              <a:rPr lang="en-US" sz="3200" dirty="0" err="1">
                <a:solidFill>
                  <a:schemeClr val="bg1"/>
                </a:solidFill>
              </a:rPr>
              <a:t>נוטות</a:t>
            </a:r>
            <a:r>
              <a:rPr lang="en-US" sz="3200" dirty="0">
                <a:solidFill>
                  <a:schemeClr val="bg1"/>
                </a:solidFill>
              </a:rPr>
              <a:t> </a:t>
            </a:r>
            <a:r>
              <a:rPr lang="en-US" sz="3200" dirty="0" err="1">
                <a:solidFill>
                  <a:schemeClr val="bg1"/>
                </a:solidFill>
              </a:rPr>
              <a:t>להמשיך</a:t>
            </a:r>
            <a:r>
              <a:rPr lang="en-US" sz="3200" dirty="0">
                <a:solidFill>
                  <a:schemeClr val="bg1"/>
                </a:solidFill>
              </a:rPr>
              <a:t> </a:t>
            </a:r>
            <a:r>
              <a:rPr lang="en-US" sz="3200" dirty="0" err="1">
                <a:solidFill>
                  <a:schemeClr val="bg1"/>
                </a:solidFill>
              </a:rPr>
              <a:t>להניב</a:t>
            </a:r>
            <a:r>
              <a:rPr lang="en-US" sz="3200" dirty="0">
                <a:solidFill>
                  <a:schemeClr val="bg1"/>
                </a:solidFill>
              </a:rPr>
              <a:t> ביצועים </a:t>
            </a:r>
            <a:r>
              <a:rPr lang="en-US" sz="3200" dirty="0" err="1">
                <a:solidFill>
                  <a:schemeClr val="bg1"/>
                </a:solidFill>
              </a:rPr>
              <a:t>טובים</a:t>
            </a:r>
            <a:r>
              <a:rPr lang="en-US" sz="3200" dirty="0">
                <a:solidFill>
                  <a:schemeClr val="bg1"/>
                </a:solidFill>
              </a:rPr>
              <a:t> </a:t>
            </a:r>
            <a:r>
              <a:rPr lang="en-US" sz="3200" dirty="0" err="1">
                <a:solidFill>
                  <a:schemeClr val="bg1"/>
                </a:solidFill>
              </a:rPr>
              <a:t>גם</a:t>
            </a:r>
            <a:r>
              <a:rPr lang="en-US" sz="3200" dirty="0">
                <a:solidFill>
                  <a:schemeClr val="bg1"/>
                </a:solidFill>
              </a:rPr>
              <a:t> </a:t>
            </a:r>
            <a:r>
              <a:rPr lang="en-US" sz="3200" dirty="0" err="1">
                <a:solidFill>
                  <a:schemeClr val="bg1"/>
                </a:solidFill>
              </a:rPr>
              <a:t>בעתיד</a:t>
            </a:r>
            <a:r>
              <a:rPr lang="en-US" sz="3200" dirty="0">
                <a:solidFill>
                  <a:schemeClr val="bg1"/>
                </a:solidFill>
              </a:rPr>
              <a:t> </a:t>
            </a:r>
            <a:r>
              <a:rPr lang="en-US" sz="3200" dirty="0" err="1">
                <a:solidFill>
                  <a:schemeClr val="bg1"/>
                </a:solidFill>
              </a:rPr>
              <a:t>הקרוב</a:t>
            </a:r>
            <a:r>
              <a:rPr lang="en-US" sz="3200" dirty="0">
                <a:solidFill>
                  <a:schemeClr val="bg1"/>
                </a:solidFill>
              </a:rPr>
              <a:t>, </a:t>
            </a:r>
            <a:r>
              <a:rPr lang="en-US" sz="3200" dirty="0" err="1">
                <a:solidFill>
                  <a:schemeClr val="bg1"/>
                </a:solidFill>
              </a:rPr>
              <a:t>בעוד</a:t>
            </a:r>
            <a:r>
              <a:rPr lang="en-US" sz="3200" dirty="0">
                <a:solidFill>
                  <a:schemeClr val="bg1"/>
                </a:solidFill>
              </a:rPr>
              <a:t> </a:t>
            </a:r>
            <a:r>
              <a:rPr lang="en-US" sz="3200" dirty="0" err="1">
                <a:solidFill>
                  <a:schemeClr val="bg1"/>
                </a:solidFill>
              </a:rPr>
              <a:t>שמניות</a:t>
            </a:r>
            <a:r>
              <a:rPr lang="en-US" sz="3200" dirty="0">
                <a:solidFill>
                  <a:schemeClr val="bg1"/>
                </a:solidFill>
              </a:rPr>
              <a:t> </a:t>
            </a:r>
            <a:r>
              <a:rPr lang="en-US" sz="3200" dirty="0" err="1">
                <a:solidFill>
                  <a:schemeClr val="bg1"/>
                </a:solidFill>
              </a:rPr>
              <a:t>שהציגו</a:t>
            </a:r>
            <a:r>
              <a:rPr lang="en-US" sz="3200" dirty="0">
                <a:solidFill>
                  <a:schemeClr val="bg1"/>
                </a:solidFill>
              </a:rPr>
              <a:t> ביצועים גרועים </a:t>
            </a:r>
            <a:r>
              <a:rPr lang="en-US" sz="3200" dirty="0" err="1">
                <a:solidFill>
                  <a:schemeClr val="bg1"/>
                </a:solidFill>
              </a:rPr>
              <a:t>נוטות</a:t>
            </a:r>
            <a:r>
              <a:rPr lang="en-US" sz="3200" dirty="0">
                <a:solidFill>
                  <a:schemeClr val="bg1"/>
                </a:solidFill>
              </a:rPr>
              <a:t> </a:t>
            </a:r>
            <a:r>
              <a:rPr lang="en-US" sz="3200" dirty="0" err="1">
                <a:solidFill>
                  <a:schemeClr val="bg1"/>
                </a:solidFill>
              </a:rPr>
              <a:t>להמשיך</a:t>
            </a:r>
            <a:r>
              <a:rPr lang="en-US" sz="3200" dirty="0">
                <a:solidFill>
                  <a:schemeClr val="bg1"/>
                </a:solidFill>
              </a:rPr>
              <a:t> </a:t>
            </a:r>
            <a:r>
              <a:rPr lang="en-US" sz="3200" dirty="0" err="1">
                <a:solidFill>
                  <a:schemeClr val="bg1"/>
                </a:solidFill>
              </a:rPr>
              <a:t>להציג</a:t>
            </a:r>
            <a:r>
              <a:rPr lang="en-US" sz="3200" dirty="0">
                <a:solidFill>
                  <a:schemeClr val="bg1"/>
                </a:solidFill>
              </a:rPr>
              <a:t> ביצועים גרועים,</a:t>
            </a:r>
            <a:r>
              <a:rPr lang="he-IL" sz="3200" dirty="0">
                <a:solidFill>
                  <a:schemeClr val="bg1"/>
                </a:solidFill>
              </a:rPr>
              <a:t> לרוב פועל בטווח של מעל שנה.</a:t>
            </a:r>
            <a:endParaRPr lang="he-IL" sz="3000" dirty="0">
              <a:solidFill>
                <a:srgbClr val="00B050"/>
              </a:solidFill>
            </a:endParaRPr>
          </a:p>
          <a:p>
            <a:pPr algn="r" rtl="1"/>
            <a:r>
              <a:rPr lang="en-US" sz="3200" dirty="0"/>
              <a:t>.</a:t>
            </a:r>
            <a:endParaRPr lang="en-US" sz="3000" dirty="0">
              <a:solidFill>
                <a:srgbClr val="00B050"/>
              </a:solidFill>
            </a:endParaRPr>
          </a:p>
        </p:txBody>
      </p:sp>
      <p:sp>
        <p:nvSpPr>
          <p:cNvPr id="27" name="Shape 3">
            <a:extLst>
              <a:ext uri="{FF2B5EF4-FFF2-40B4-BE49-F238E27FC236}">
                <a16:creationId xmlns:a16="http://schemas.microsoft.com/office/drawing/2014/main" id="{DDB5FF22-8585-FA49-3080-B63D51516D30}"/>
              </a:ext>
            </a:extLst>
          </p:cNvPr>
          <p:cNvSpPr/>
          <p:nvPr/>
        </p:nvSpPr>
        <p:spPr>
          <a:xfrm>
            <a:off x="252557" y="1104900"/>
            <a:ext cx="8458200" cy="8825181"/>
          </a:xfrm>
          <a:prstGeom prst="rect">
            <a:avLst/>
          </a:prstGeom>
          <a:solidFill>
            <a:srgbClr val="112233"/>
          </a:solidFill>
          <a:ln w="12700">
            <a:solidFill>
              <a:srgbClr val="00BCD4"/>
            </a:solidFill>
            <a:prstDash val="solid"/>
          </a:ln>
        </p:spPr>
        <p:txBody>
          <a:bodyPr/>
          <a:lstStyle/>
          <a:p>
            <a:pPr algn="r" rtl="1"/>
            <a:r>
              <a:rPr lang="he-IL" sz="3000" dirty="0">
                <a:solidFill>
                  <a:schemeClr val="bg1"/>
                </a:solidFill>
              </a:rPr>
              <a:t>דגשים נוספים:</a:t>
            </a:r>
          </a:p>
          <a:p>
            <a:pPr algn="r" rtl="1"/>
            <a:endParaRPr lang="he-IL" sz="3000" dirty="0">
              <a:solidFill>
                <a:schemeClr val="bg1"/>
              </a:solidFill>
            </a:endParaRPr>
          </a:p>
          <a:p>
            <a:pPr marL="457200" indent="-457200" algn="r" rtl="1">
              <a:buFont typeface="Arial" panose="020B0604020202020204" pitchFamily="34" charset="0"/>
              <a:buChar char="•"/>
            </a:pPr>
            <a:r>
              <a:rPr lang="he-IL" sz="3000" dirty="0">
                <a:solidFill>
                  <a:schemeClr val="bg1"/>
                </a:solidFill>
              </a:rPr>
              <a:t>משנת 2005 שוק ההון נהפך לקמעונאי הרבה יותר בהדרגה</a:t>
            </a:r>
            <a:r>
              <a:rPr lang="en-US" sz="3000" dirty="0">
                <a:solidFill>
                  <a:schemeClr val="bg1"/>
                </a:solidFill>
              </a:rPr>
              <a:t>,</a:t>
            </a:r>
            <a:r>
              <a:rPr lang="he-IL" sz="3000" dirty="0">
                <a:solidFill>
                  <a:schemeClr val="bg1"/>
                </a:solidFill>
              </a:rPr>
              <a:t> כל אחד </a:t>
            </a:r>
            <a:r>
              <a:rPr lang="he-IL" sz="3000" dirty="0" err="1">
                <a:solidFill>
                  <a:schemeClr val="bg1"/>
                </a:solidFill>
              </a:rPr>
              <a:t>יכל</a:t>
            </a:r>
            <a:r>
              <a:rPr lang="he-IL" sz="3000" dirty="0">
                <a:solidFill>
                  <a:schemeClr val="bg1"/>
                </a:solidFill>
              </a:rPr>
              <a:t> לסחור ונוספו כלל כלים דיגיטליים העוזרים בסחר יעיל לכן בחרנו להתמקד על התקופה "המודרנית יותר".</a:t>
            </a:r>
          </a:p>
          <a:p>
            <a:pPr marL="457200" indent="-457200" algn="r" rtl="1">
              <a:buFont typeface="Arial" panose="020B0604020202020204" pitchFamily="34" charset="0"/>
              <a:buChar char="•"/>
            </a:pPr>
            <a:endParaRPr lang="he-IL" sz="3000" dirty="0">
              <a:solidFill>
                <a:schemeClr val="bg1"/>
              </a:solidFill>
            </a:endParaRPr>
          </a:p>
          <a:p>
            <a:pPr marL="457200" indent="-457200" algn="r" rtl="1">
              <a:buFont typeface="Arial" panose="020B0604020202020204" pitchFamily="34" charset="0"/>
              <a:buChar char="•"/>
            </a:pPr>
            <a:endParaRPr lang="he-IL" sz="3000" dirty="0">
              <a:solidFill>
                <a:schemeClr val="bg1"/>
              </a:solidFill>
            </a:endParaRPr>
          </a:p>
          <a:p>
            <a:pPr marL="457200" indent="-457200" algn="r" rtl="1">
              <a:buFont typeface="Arial" panose="020B0604020202020204" pitchFamily="34" charset="0"/>
              <a:buChar char="•"/>
            </a:pPr>
            <a:endParaRPr lang="he-IL" sz="3000" dirty="0">
              <a:solidFill>
                <a:schemeClr val="bg1"/>
              </a:solidFill>
            </a:endParaRPr>
          </a:p>
          <a:p>
            <a:pPr algn="r" rtl="1"/>
            <a:endParaRPr lang="he-IL" sz="3000" dirty="0">
              <a:solidFill>
                <a:schemeClr val="bg1"/>
              </a:solidFill>
            </a:endParaRPr>
          </a:p>
          <a:p>
            <a:pPr marL="457200" indent="-457200" algn="r" rtl="1">
              <a:buFont typeface="Arial" panose="020B0604020202020204" pitchFamily="34" charset="0"/>
              <a:buChar char="•"/>
            </a:pPr>
            <a:r>
              <a:rPr lang="he-IL" sz="3000" dirty="0">
                <a:solidFill>
                  <a:schemeClr val="bg1"/>
                </a:solidFill>
              </a:rPr>
              <a:t>לפי מחקרים בניגוד לעבר בה אנומליית המומנטום הייתה יותר נפוצה</a:t>
            </a:r>
            <a:r>
              <a:rPr lang="en-US" sz="3000" dirty="0">
                <a:solidFill>
                  <a:schemeClr val="bg1"/>
                </a:solidFill>
              </a:rPr>
              <a:t>,</a:t>
            </a:r>
            <a:r>
              <a:rPr lang="he-IL" sz="3000" dirty="0">
                <a:solidFill>
                  <a:schemeClr val="bg1"/>
                </a:solidFill>
              </a:rPr>
              <a:t> כיום היא תלוית "במצב השוק"</a:t>
            </a:r>
            <a:r>
              <a:rPr lang="en-US" sz="3000" dirty="0">
                <a:solidFill>
                  <a:schemeClr val="bg1"/>
                </a:solidFill>
              </a:rPr>
              <a:t>,</a:t>
            </a:r>
            <a:r>
              <a:rPr lang="he-IL" sz="3000" dirty="0">
                <a:solidFill>
                  <a:schemeClr val="bg1"/>
                </a:solidFill>
              </a:rPr>
              <a:t> ככל שיש יותר אופטימיות נמצא אותה בשוק</a:t>
            </a:r>
            <a:r>
              <a:rPr lang="en-US" sz="3000" dirty="0">
                <a:solidFill>
                  <a:schemeClr val="bg1"/>
                </a:solidFill>
              </a:rPr>
              <a:t>,</a:t>
            </a:r>
            <a:r>
              <a:rPr lang="he-IL" sz="3000" dirty="0">
                <a:solidFill>
                  <a:schemeClr val="bg1"/>
                </a:solidFill>
              </a:rPr>
              <a:t>  כאשר יש חוסר וודאות (כמו בימים אלו) קשה להסתמך על מומנטום.</a:t>
            </a:r>
            <a:endParaRPr lang="en-US" sz="3000" dirty="0">
              <a:solidFill>
                <a:schemeClr val="bg1"/>
              </a:solidFill>
            </a:endParaRPr>
          </a:p>
        </p:txBody>
      </p:sp>
      <p:pic>
        <p:nvPicPr>
          <p:cNvPr id="2" name="Picture 1" descr="Robinhood goes Minimal - News - LogoLounge">
            <a:extLst>
              <a:ext uri="{FF2B5EF4-FFF2-40B4-BE49-F238E27FC236}">
                <a16:creationId xmlns:a16="http://schemas.microsoft.com/office/drawing/2014/main" id="{35402CDA-2D44-DE8C-F495-5E9EB0C9B740}"/>
              </a:ext>
            </a:extLst>
          </p:cNvPr>
          <p:cNvPicPr>
            <a:picLocks noChangeAspect="1"/>
          </p:cNvPicPr>
          <p:nvPr/>
        </p:nvPicPr>
        <p:blipFill>
          <a:blip r:embed="rId4"/>
          <a:stretch>
            <a:fillRect/>
          </a:stretch>
        </p:blipFill>
        <p:spPr>
          <a:xfrm>
            <a:off x="3824857" y="4194711"/>
            <a:ext cx="2347343" cy="1516990"/>
          </a:xfrm>
          <a:prstGeom prst="rect">
            <a:avLst/>
          </a:prstGeom>
        </p:spPr>
      </p:pic>
      <p:pic>
        <p:nvPicPr>
          <p:cNvPr id="3" name="Picture 2" descr="Plus500 Trading - Apps on Google Play">
            <a:extLst>
              <a:ext uri="{FF2B5EF4-FFF2-40B4-BE49-F238E27FC236}">
                <a16:creationId xmlns:a16="http://schemas.microsoft.com/office/drawing/2014/main" id="{D6053738-B207-9E70-3795-3A91E39AC925}"/>
              </a:ext>
            </a:extLst>
          </p:cNvPr>
          <p:cNvPicPr>
            <a:picLocks noChangeAspect="1"/>
          </p:cNvPicPr>
          <p:nvPr/>
        </p:nvPicPr>
        <p:blipFill>
          <a:blip r:embed="rId5"/>
          <a:stretch>
            <a:fillRect/>
          </a:stretch>
        </p:blipFill>
        <p:spPr>
          <a:xfrm>
            <a:off x="7008957" y="4140406"/>
            <a:ext cx="1625600" cy="1625600"/>
          </a:xfrm>
          <a:prstGeom prst="rect">
            <a:avLst/>
          </a:prstGeom>
        </p:spPr>
      </p:pic>
      <p:pic>
        <p:nvPicPr>
          <p:cNvPr id="6" name="Picture 5" descr="How the World Wide Web Has Revolutionized Key Industries While Creating a  Land of Opportunity for Adversaries">
            <a:extLst>
              <a:ext uri="{FF2B5EF4-FFF2-40B4-BE49-F238E27FC236}">
                <a16:creationId xmlns:a16="http://schemas.microsoft.com/office/drawing/2014/main" id="{361DA8E9-A6B1-B334-EFD0-0364699A7DEB}"/>
              </a:ext>
            </a:extLst>
          </p:cNvPr>
          <p:cNvPicPr>
            <a:picLocks noChangeAspect="1"/>
          </p:cNvPicPr>
          <p:nvPr/>
        </p:nvPicPr>
        <p:blipFill>
          <a:blip r:embed="rId6"/>
          <a:stretch>
            <a:fillRect/>
          </a:stretch>
        </p:blipFill>
        <p:spPr>
          <a:xfrm>
            <a:off x="839932" y="4140405"/>
            <a:ext cx="2256811" cy="15712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54533F48-243D-5033-3A27-0513FFD4BEBE}"/>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BE9D8B28-7A39-A8AF-40C1-6699D94B0F8C}"/>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12EC01E8-B690-3C51-3F1F-226F52CCA4E1}"/>
              </a:ext>
            </a:extLst>
          </p:cNvPr>
          <p:cNvSpPr txBox="1"/>
          <p:nvPr/>
        </p:nvSpPr>
        <p:spPr>
          <a:xfrm>
            <a:off x="3124200" y="0"/>
            <a:ext cx="9144000" cy="1323439"/>
          </a:xfrm>
          <a:prstGeom prst="rect">
            <a:avLst/>
          </a:prstGeom>
          <a:noFill/>
        </p:spPr>
        <p:txBody>
          <a:bodyPr wrap="square" rtlCol="0">
            <a:spAutoFit/>
          </a:bodyPr>
          <a:lstStyle/>
          <a:p>
            <a:pPr algn="r"/>
            <a:r>
              <a:rPr lang="he-IL" sz="8000" dirty="0">
                <a:solidFill>
                  <a:srgbClr val="00B050"/>
                </a:solidFill>
              </a:rPr>
              <a:t>מתודולוגיה</a:t>
            </a:r>
            <a:endParaRPr lang="en-US" sz="5400" dirty="0">
              <a:solidFill>
                <a:srgbClr val="00B050"/>
              </a:solidFill>
            </a:endParaRPr>
          </a:p>
        </p:txBody>
      </p:sp>
      <p:grpSp>
        <p:nvGrpSpPr>
          <p:cNvPr id="4" name="Group 3">
            <a:extLst>
              <a:ext uri="{FF2B5EF4-FFF2-40B4-BE49-F238E27FC236}">
                <a16:creationId xmlns:a16="http://schemas.microsoft.com/office/drawing/2014/main" id="{D9B34AAA-AD24-D51D-AE32-C66A7CAEA5C5}"/>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8C85BC59-54EC-74FD-B3BD-890AD38A0861}"/>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marL="342900" indent="-342900" algn="r" rtl="1">
                <a:buFont typeface="+mj-lt"/>
                <a:buAutoNum type="arabicPeriod"/>
              </a:pPr>
              <a:r>
                <a:rPr lang="he-IL" sz="4400" dirty="0">
                  <a:solidFill>
                    <a:schemeClr val="bg1"/>
                  </a:solidFill>
                </a:rPr>
                <a:t>לקחנו רשימה של מניות </a:t>
              </a:r>
              <a:r>
                <a:rPr lang="en-US" sz="4400" dirty="0">
                  <a:solidFill>
                    <a:schemeClr val="bg1"/>
                  </a:solidFill>
                </a:rPr>
                <a:t>large caps</a:t>
              </a:r>
              <a:r>
                <a:rPr lang="he-IL" sz="4400" dirty="0">
                  <a:solidFill>
                    <a:schemeClr val="bg1"/>
                  </a:solidFill>
                </a:rPr>
                <a:t> שהופיעו או מופעים כיום ב</a:t>
              </a:r>
              <a:r>
                <a:rPr lang="en-US" sz="4400" dirty="0" err="1">
                  <a:solidFill>
                    <a:schemeClr val="bg1"/>
                  </a:solidFill>
                </a:rPr>
                <a:t>SaP</a:t>
              </a:r>
              <a:r>
                <a:rPr lang="en-US" sz="4400" dirty="0">
                  <a:solidFill>
                    <a:schemeClr val="bg1"/>
                  </a:solidFill>
                </a:rPr>
                <a:t> 500</a:t>
              </a:r>
              <a:r>
                <a:rPr lang="he-IL" sz="4400" dirty="0">
                  <a:solidFill>
                    <a:schemeClr val="bg1"/>
                  </a:solidFill>
                </a:rPr>
                <a:t> (ארה"ב) או </a:t>
              </a:r>
              <a:r>
                <a:rPr lang="en-US" sz="4400" dirty="0">
                  <a:solidFill>
                    <a:schemeClr val="bg1"/>
                  </a:solidFill>
                </a:rPr>
                <a:t>Stoxx600</a:t>
              </a:r>
              <a:r>
                <a:rPr lang="he-IL" sz="4400" dirty="0">
                  <a:solidFill>
                    <a:schemeClr val="bg1"/>
                  </a:solidFill>
                </a:rPr>
                <a:t> (אירופה)</a:t>
              </a:r>
              <a:r>
                <a:rPr lang="en-US" sz="4400" dirty="0">
                  <a:solidFill>
                    <a:schemeClr val="bg1"/>
                  </a:solidFill>
                </a:rPr>
                <a:t>,</a:t>
              </a:r>
              <a:r>
                <a:rPr lang="he-IL" sz="4400" dirty="0">
                  <a:solidFill>
                    <a:schemeClr val="bg1"/>
                  </a:solidFill>
                </a:rPr>
                <a:t> 612 </a:t>
              </a:r>
              <a:r>
                <a:rPr lang="he-IL" sz="4400" dirty="0" err="1">
                  <a:solidFill>
                    <a:schemeClr val="bg1"/>
                  </a:solidFill>
                </a:rPr>
                <a:t>טיקרים</a:t>
              </a:r>
              <a:r>
                <a:rPr lang="he-IL" sz="4400" dirty="0">
                  <a:solidFill>
                    <a:schemeClr val="bg1"/>
                  </a:solidFill>
                </a:rPr>
                <a:t> אמריקאיים ו500 </a:t>
              </a:r>
              <a:r>
                <a:rPr lang="he-IL" sz="4400" dirty="0" err="1">
                  <a:solidFill>
                    <a:schemeClr val="bg1"/>
                  </a:solidFill>
                </a:rPr>
                <a:t>טיקרים</a:t>
              </a:r>
              <a:r>
                <a:rPr lang="he-IL" sz="4400" dirty="0">
                  <a:solidFill>
                    <a:schemeClr val="bg1"/>
                  </a:solidFill>
                </a:rPr>
                <a:t> אירופאים.</a:t>
              </a:r>
            </a:p>
            <a:p>
              <a:pPr marL="342900" indent="-342900" algn="r" rtl="1">
                <a:buFont typeface="+mj-lt"/>
                <a:buAutoNum type="arabicPeriod"/>
              </a:pPr>
              <a:r>
                <a:rPr lang="he-IL" sz="4400" dirty="0">
                  <a:solidFill>
                    <a:schemeClr val="bg1"/>
                  </a:solidFill>
                </a:rPr>
                <a:t>נעשה שימוש ב</a:t>
              </a:r>
              <a:r>
                <a:rPr lang="en-US" sz="4400" dirty="0">
                  <a:solidFill>
                    <a:schemeClr val="bg1"/>
                  </a:solidFill>
                </a:rPr>
                <a:t>python</a:t>
              </a:r>
              <a:r>
                <a:rPr lang="he-IL" sz="4400" dirty="0">
                  <a:solidFill>
                    <a:schemeClr val="bg1"/>
                  </a:solidFill>
                </a:rPr>
                <a:t> וחבילה </a:t>
              </a:r>
              <a:r>
                <a:rPr lang="en-US" sz="4400" dirty="0" err="1">
                  <a:solidFill>
                    <a:schemeClr val="bg1"/>
                  </a:solidFill>
                </a:rPr>
                <a:t>yfinnace</a:t>
              </a:r>
              <a:r>
                <a:rPr lang="he-IL" sz="4400" dirty="0">
                  <a:solidFill>
                    <a:schemeClr val="bg1"/>
                  </a:solidFill>
                </a:rPr>
                <a:t> לגרוף נתונים על החזרי תשואה</a:t>
              </a:r>
              <a:r>
                <a:rPr lang="en-US" sz="4400" dirty="0">
                  <a:solidFill>
                    <a:schemeClr val="bg1"/>
                  </a:solidFill>
                </a:rPr>
                <a:t>,</a:t>
              </a:r>
              <a:r>
                <a:rPr lang="he-IL" sz="4400" dirty="0">
                  <a:solidFill>
                    <a:schemeClr val="bg1"/>
                  </a:solidFill>
                </a:rPr>
                <a:t> החזרי השוק</a:t>
              </a:r>
              <a:r>
                <a:rPr lang="en-US" sz="4400" dirty="0">
                  <a:solidFill>
                    <a:schemeClr val="bg1"/>
                  </a:solidFill>
                </a:rPr>
                <a:t>,</a:t>
              </a:r>
              <a:r>
                <a:rPr lang="he-IL" sz="4400" dirty="0">
                  <a:solidFill>
                    <a:schemeClr val="bg1"/>
                  </a:solidFill>
                </a:rPr>
                <a:t> וריבית ללא סיכון לכל מניה לכל חודש  במשך השנים 2005-2025  (יש מניות עם חור</a:t>
              </a:r>
              <a:r>
                <a:rPr lang="en-US" sz="4400" dirty="0">
                  <a:solidFill>
                    <a:schemeClr val="bg1"/>
                  </a:solidFill>
                </a:rPr>
                <a:t>,</a:t>
              </a:r>
              <a:r>
                <a:rPr lang="he-IL" sz="4400" dirty="0">
                  <a:solidFill>
                    <a:schemeClr val="bg1"/>
                  </a:solidFill>
                </a:rPr>
                <a:t> כלומר מניה שיכולה להתחיל מ2012-2025 בעיקר באירופה.)</a:t>
              </a:r>
              <a:endParaRPr lang="en-US" sz="4400" dirty="0">
                <a:solidFill>
                  <a:schemeClr val="bg1"/>
                </a:solidFill>
              </a:endParaRPr>
            </a:p>
            <a:p>
              <a:pPr marL="342900" indent="-342900" algn="r" rtl="1">
                <a:buFont typeface="+mj-lt"/>
                <a:buAutoNum type="arabicPeriod"/>
              </a:pPr>
              <a:r>
                <a:rPr lang="he-IL" sz="4400" dirty="0">
                  <a:solidFill>
                    <a:schemeClr val="bg1"/>
                  </a:solidFill>
                </a:rPr>
                <a:t>המטרה המרכזית שלנו היא לראות האם יש קשר חיובי בין מקדם המומנטום שלנו לתשואה של אותה מניה בחודש הבא אך איך נבדוק אותו?</a:t>
              </a:r>
            </a:p>
            <a:p>
              <a:pPr marL="342900" indent="-342900" algn="r" rtl="1">
                <a:buFont typeface="+mj-lt"/>
                <a:buAutoNum type="arabicPeriod"/>
              </a:pPr>
              <a:endParaRPr lang="he-IL" sz="4400" dirty="0">
                <a:solidFill>
                  <a:schemeClr val="bg1"/>
                </a:solidFill>
              </a:endParaRPr>
            </a:p>
            <a:p>
              <a:pPr algn="r" rtl="1"/>
              <a:endParaRPr lang="he-IL" sz="4400" dirty="0">
                <a:solidFill>
                  <a:schemeClr val="bg1"/>
                </a:solidFill>
              </a:endParaRPr>
            </a:p>
          </p:txBody>
        </p:sp>
        <p:sp>
          <p:nvSpPr>
            <p:cNvPr id="7" name="TextBox 5">
              <a:extLst>
                <a:ext uri="{FF2B5EF4-FFF2-40B4-BE49-F238E27FC236}">
                  <a16:creationId xmlns:a16="http://schemas.microsoft.com/office/drawing/2014/main" id="{29C49FA4-93CF-E77B-CB0B-C3DAF6B5A5D8}"/>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693987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187A0621-E81E-4814-2738-FFC363069F1C}"/>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B152821-F102-43D4-5DFB-A39FBE306AF2}"/>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8" name="Shape 3">
            <a:extLst>
              <a:ext uri="{FF2B5EF4-FFF2-40B4-BE49-F238E27FC236}">
                <a16:creationId xmlns:a16="http://schemas.microsoft.com/office/drawing/2014/main" id="{8D57FD8D-7A46-D578-13EE-A8193D9175BB}"/>
              </a:ext>
            </a:extLst>
          </p:cNvPr>
          <p:cNvSpPr/>
          <p:nvPr/>
        </p:nvSpPr>
        <p:spPr>
          <a:xfrm>
            <a:off x="9458325" y="-124567"/>
            <a:ext cx="8839200" cy="5706281"/>
          </a:xfrm>
          <a:prstGeom prst="rect">
            <a:avLst/>
          </a:prstGeom>
          <a:solidFill>
            <a:srgbClr val="112233"/>
          </a:solidFill>
          <a:ln w="12700">
            <a:solidFill>
              <a:srgbClr val="00BCD4"/>
            </a:solidFill>
            <a:prstDash val="solid"/>
          </a:ln>
        </p:spPr>
        <p:txBody>
          <a:bodyPr/>
          <a:lstStyle/>
          <a:p>
            <a:endParaRPr lang="en-US" sz="3000"/>
          </a:p>
        </p:txBody>
      </p:sp>
      <p:sp>
        <p:nvSpPr>
          <p:cNvPr id="40" name="TextBox 39">
            <a:extLst>
              <a:ext uri="{FF2B5EF4-FFF2-40B4-BE49-F238E27FC236}">
                <a16:creationId xmlns:a16="http://schemas.microsoft.com/office/drawing/2014/main" id="{C8B777B1-409F-45C5-71F8-EC3FCA088308}"/>
              </a:ext>
            </a:extLst>
          </p:cNvPr>
          <p:cNvSpPr txBox="1"/>
          <p:nvPr/>
        </p:nvSpPr>
        <p:spPr>
          <a:xfrm>
            <a:off x="10210799" y="4762"/>
            <a:ext cx="8105775" cy="5262979"/>
          </a:xfrm>
          <a:prstGeom prst="rect">
            <a:avLst/>
          </a:prstGeom>
          <a:noFill/>
        </p:spPr>
        <p:txBody>
          <a:bodyPr wrap="square">
            <a:spAutoFit/>
          </a:bodyPr>
          <a:lstStyle/>
          <a:p>
            <a:pPr algn="r" rtl="1"/>
            <a:r>
              <a:rPr lang="he-IL" sz="2400" b="1" dirty="0">
                <a:solidFill>
                  <a:schemeClr val="bg1"/>
                </a:solidFill>
                <a:latin typeface="Calibri" pitchFamily="34" charset="0"/>
                <a:ea typeface="Calibri" pitchFamily="34" charset="-122"/>
                <a:cs typeface="Calibri" pitchFamily="34" charset="-120"/>
              </a:rPr>
              <a:t>מומנטום במאמרים שקראנו:</a:t>
            </a:r>
            <a:r>
              <a:rPr lang="en-US" sz="2400" dirty="0" err="1">
                <a:solidFill>
                  <a:schemeClr val="bg1"/>
                </a:solidFill>
                <a:latin typeface="Calibri" pitchFamily="34" charset="0"/>
                <a:ea typeface="Calibri" pitchFamily="34" charset="-122"/>
                <a:cs typeface="Calibri" pitchFamily="34" charset="-120"/>
              </a:rPr>
              <a:t>מניות</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שהניבו</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תשואות</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גבוהות</a:t>
            </a:r>
            <a:r>
              <a:rPr lang="en-US" sz="2400" dirty="0">
                <a:solidFill>
                  <a:schemeClr val="bg1"/>
                </a:solidFill>
                <a:latin typeface="Calibri" pitchFamily="34" charset="0"/>
                <a:ea typeface="Calibri" pitchFamily="34" charset="-122"/>
                <a:cs typeface="Calibri" pitchFamily="34" charset="-120"/>
              </a:rPr>
              <a:t> ב-12 </a:t>
            </a:r>
            <a:r>
              <a:rPr lang="en-US" sz="2400" dirty="0" err="1">
                <a:solidFill>
                  <a:schemeClr val="bg1"/>
                </a:solidFill>
                <a:latin typeface="Calibri" pitchFamily="34" charset="0"/>
                <a:ea typeface="Calibri" pitchFamily="34" charset="-122"/>
                <a:cs typeface="Calibri" pitchFamily="34" charset="-120"/>
              </a:rPr>
              <a:t>החודשים</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האחרונים</a:t>
            </a:r>
            <a:r>
              <a:rPr lang="en-US" sz="2400" dirty="0">
                <a:solidFill>
                  <a:schemeClr val="bg1"/>
                </a:solidFill>
                <a:latin typeface="Calibri" pitchFamily="34" charset="0"/>
                <a:ea typeface="Calibri" pitchFamily="34" charset="-122"/>
                <a:cs typeface="Calibri" pitchFamily="34" charset="-120"/>
              </a:rPr>
              <a:t> (Winners) </a:t>
            </a:r>
            <a:r>
              <a:rPr lang="he-IL"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נוטות</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להמשיך</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ולעלות</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בחודש</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הבא</a:t>
            </a:r>
            <a:r>
              <a:rPr lang="en-US" sz="2400" dirty="0">
                <a:solidFill>
                  <a:schemeClr val="bg1"/>
                </a:solidFill>
                <a:latin typeface="Calibri" pitchFamily="34" charset="0"/>
                <a:ea typeface="Calibri" pitchFamily="34" charset="-122"/>
                <a:cs typeface="Calibri" pitchFamily="34" charset="-120"/>
              </a:rPr>
              <a:t>.</a:t>
            </a:r>
            <a:endParaRPr lang="en-US" sz="2400" dirty="0">
              <a:solidFill>
                <a:schemeClr val="bg1"/>
              </a:solidFill>
            </a:endParaRPr>
          </a:p>
          <a:p>
            <a:pPr algn="r" rtl="1"/>
            <a:r>
              <a:rPr lang="en-US" sz="2400" dirty="0">
                <a:solidFill>
                  <a:schemeClr val="bg1"/>
                </a:solidFill>
                <a:latin typeface="Calibri" pitchFamily="34" charset="0"/>
                <a:ea typeface="Calibri" pitchFamily="34" charset="-122"/>
                <a:cs typeface="Calibri" pitchFamily="34" charset="-120"/>
              </a:rPr>
              <a:t> </a:t>
            </a:r>
            <a:endParaRPr lang="en-US" sz="2400" dirty="0">
              <a:solidFill>
                <a:schemeClr val="bg1"/>
              </a:solidFill>
            </a:endParaRPr>
          </a:p>
          <a:p>
            <a:pPr algn="r" rtl="1"/>
            <a:r>
              <a:rPr lang="en-US" sz="2400" dirty="0" err="1">
                <a:solidFill>
                  <a:schemeClr val="bg1"/>
                </a:solidFill>
                <a:latin typeface="Calibri" pitchFamily="34" charset="0"/>
                <a:ea typeface="Calibri" pitchFamily="34" charset="-122"/>
                <a:cs typeface="Calibri" pitchFamily="34" charset="-120"/>
              </a:rPr>
              <a:t>מניות</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שהניבו</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תשואות</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נמוכות</a:t>
            </a:r>
            <a:r>
              <a:rPr lang="en-US" sz="2400" dirty="0">
                <a:solidFill>
                  <a:schemeClr val="bg1"/>
                </a:solidFill>
                <a:latin typeface="Calibri" pitchFamily="34" charset="0"/>
                <a:ea typeface="Calibri" pitchFamily="34" charset="-122"/>
                <a:cs typeface="Calibri" pitchFamily="34" charset="-120"/>
              </a:rPr>
              <a:t> (Losers) </a:t>
            </a:r>
            <a:r>
              <a:rPr lang="en-US" sz="2400" dirty="0" err="1">
                <a:solidFill>
                  <a:schemeClr val="bg1"/>
                </a:solidFill>
                <a:latin typeface="Calibri" pitchFamily="34" charset="0"/>
                <a:ea typeface="Calibri" pitchFamily="34" charset="-122"/>
                <a:cs typeface="Calibri" pitchFamily="34" charset="-120"/>
              </a:rPr>
              <a:t>נוטות</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להמשיך</a:t>
            </a:r>
            <a:r>
              <a:rPr lang="en-US"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ולרדת</a:t>
            </a:r>
            <a:r>
              <a:rPr lang="en-US" sz="2400" dirty="0">
                <a:solidFill>
                  <a:schemeClr val="bg1"/>
                </a:solidFill>
                <a:latin typeface="Calibri" pitchFamily="34" charset="0"/>
                <a:ea typeface="Calibri" pitchFamily="34" charset="-122"/>
                <a:cs typeface="Calibri" pitchFamily="34" charset="-120"/>
              </a:rPr>
              <a:t>.</a:t>
            </a:r>
            <a:endParaRPr lang="he-IL" sz="2400" dirty="0">
              <a:solidFill>
                <a:schemeClr val="bg1"/>
              </a:solidFill>
              <a:latin typeface="Calibri" pitchFamily="34" charset="0"/>
              <a:ea typeface="Calibri" pitchFamily="34" charset="-122"/>
              <a:cs typeface="Calibri" pitchFamily="34" charset="-120"/>
            </a:endParaRPr>
          </a:p>
          <a:p>
            <a:pPr algn="r" rtl="1"/>
            <a:endParaRPr lang="he-IL" sz="2400" dirty="0">
              <a:solidFill>
                <a:schemeClr val="bg1"/>
              </a:solidFill>
              <a:latin typeface="Calibri" pitchFamily="34" charset="0"/>
              <a:ea typeface="Calibri" pitchFamily="34" charset="-122"/>
              <a:cs typeface="Calibri" pitchFamily="34" charset="-120"/>
            </a:endParaRPr>
          </a:p>
          <a:p>
            <a:pPr algn="r" rtl="1"/>
            <a:r>
              <a:rPr lang="he-IL" sz="2400" dirty="0">
                <a:solidFill>
                  <a:schemeClr val="bg1"/>
                </a:solidFill>
                <a:latin typeface="Calibri" pitchFamily="34" charset="0"/>
                <a:ea typeface="Calibri" pitchFamily="34" charset="-122"/>
                <a:cs typeface="Calibri" pitchFamily="34" charset="-120"/>
              </a:rPr>
              <a:t>משתנה המומנטום </a:t>
            </a:r>
            <a:r>
              <a:rPr lang="he-IL" sz="2400" dirty="0" err="1">
                <a:solidFill>
                  <a:schemeClr val="bg1"/>
                </a:solidFill>
                <a:latin typeface="Calibri" pitchFamily="34" charset="0"/>
                <a:ea typeface="Calibri" pitchFamily="34" charset="-122"/>
                <a:cs typeface="Calibri" pitchFamily="34" charset="-120"/>
              </a:rPr>
              <a:t>שלנו:כפל</a:t>
            </a:r>
            <a:r>
              <a:rPr lang="he-IL" sz="2400" dirty="0">
                <a:solidFill>
                  <a:schemeClr val="bg1"/>
                </a:solidFill>
                <a:latin typeface="Calibri" pitchFamily="34" charset="0"/>
                <a:ea typeface="Calibri" pitchFamily="34" charset="-122"/>
                <a:cs typeface="Calibri" pitchFamily="34" charset="-120"/>
              </a:rPr>
              <a:t> הנדסי </a:t>
            </a:r>
            <a:r>
              <a:rPr lang="en-US" sz="2400" dirty="0" err="1">
                <a:solidFill>
                  <a:schemeClr val="bg1"/>
                </a:solidFill>
                <a:latin typeface="Calibri" pitchFamily="34" charset="0"/>
                <a:ea typeface="Calibri" pitchFamily="34" charset="-122"/>
                <a:cs typeface="Calibri" pitchFamily="34" charset="-120"/>
              </a:rPr>
              <a:t>של</a:t>
            </a:r>
            <a:r>
              <a:rPr lang="he-IL" sz="2400" dirty="0">
                <a:solidFill>
                  <a:schemeClr val="bg1"/>
                </a:solidFill>
                <a:latin typeface="Calibri" pitchFamily="34" charset="0"/>
                <a:ea typeface="Calibri" pitchFamily="34" charset="-122"/>
                <a:cs typeface="Calibri" pitchFamily="34" charset="-120"/>
              </a:rPr>
              <a:t> ההחזר החודשי  ב </a:t>
            </a:r>
            <a:r>
              <a:rPr lang="en-US" sz="2400" dirty="0">
                <a:solidFill>
                  <a:schemeClr val="bg1"/>
                </a:solidFill>
                <a:latin typeface="Calibri" pitchFamily="34" charset="0"/>
                <a:ea typeface="Calibri" pitchFamily="34" charset="-122"/>
                <a:cs typeface="Calibri" pitchFamily="34" charset="-120"/>
              </a:rPr>
              <a:t> </a:t>
            </a:r>
            <a:r>
              <a:rPr lang="he-IL" sz="2400" dirty="0">
                <a:solidFill>
                  <a:schemeClr val="bg1"/>
                </a:solidFill>
                <a:latin typeface="Calibri" pitchFamily="34" charset="0"/>
                <a:ea typeface="Calibri" pitchFamily="34" charset="-122"/>
                <a:cs typeface="Calibri" pitchFamily="34" charset="-120"/>
              </a:rPr>
              <a:t>11</a:t>
            </a:r>
            <a:r>
              <a:rPr lang="en-US" sz="2400" dirty="0">
                <a:solidFill>
                  <a:schemeClr val="bg1"/>
                </a:solidFill>
                <a:latin typeface="Calibri" pitchFamily="34" charset="0"/>
                <a:ea typeface="Calibri" pitchFamily="34" charset="-122"/>
                <a:cs typeface="Calibri" pitchFamily="34" charset="-120"/>
              </a:rPr>
              <a:t> </a:t>
            </a:r>
            <a:r>
              <a:rPr lang="he-IL" sz="2400" dirty="0">
                <a:solidFill>
                  <a:schemeClr val="bg1"/>
                </a:solidFill>
                <a:latin typeface="Calibri" pitchFamily="34" charset="0"/>
                <a:ea typeface="Calibri" pitchFamily="34" charset="-122"/>
                <a:cs typeface="Calibri" pitchFamily="34" charset="-120"/>
              </a:rPr>
              <a:t> </a:t>
            </a:r>
            <a:r>
              <a:rPr lang="en-US" sz="2400" dirty="0" err="1">
                <a:solidFill>
                  <a:schemeClr val="bg1"/>
                </a:solidFill>
                <a:latin typeface="Calibri" pitchFamily="34" charset="0"/>
                <a:ea typeface="Calibri" pitchFamily="34" charset="-122"/>
                <a:cs typeface="Calibri" pitchFamily="34" charset="-120"/>
              </a:rPr>
              <a:t>חודשים</a:t>
            </a:r>
            <a:r>
              <a:rPr lang="he-IL" sz="2400" dirty="0">
                <a:solidFill>
                  <a:schemeClr val="bg1"/>
                </a:solidFill>
                <a:latin typeface="Calibri" pitchFamily="34" charset="0"/>
                <a:ea typeface="Calibri" pitchFamily="34" charset="-122"/>
                <a:cs typeface="Calibri" pitchFamily="34" charset="-120"/>
              </a:rPr>
              <a:t> לפני </a:t>
            </a:r>
            <a:r>
              <a:rPr lang="en-US" sz="2400" dirty="0">
                <a:solidFill>
                  <a:schemeClr val="bg1"/>
                </a:solidFill>
                <a:latin typeface="Calibri" pitchFamily="34" charset="0"/>
                <a:ea typeface="Calibri" pitchFamily="34" charset="-122"/>
                <a:cs typeface="Calibri" pitchFamily="34" charset="-120"/>
              </a:rPr>
              <a:t>t</a:t>
            </a:r>
            <a:r>
              <a:rPr lang="he-IL" sz="2400" dirty="0">
                <a:solidFill>
                  <a:schemeClr val="bg1"/>
                </a:solidFill>
                <a:latin typeface="Calibri" pitchFamily="34" charset="0"/>
                <a:ea typeface="Calibri" pitchFamily="34" charset="-122"/>
                <a:cs typeface="Calibri" pitchFamily="34" charset="-120"/>
              </a:rPr>
              <a:t> (לא כולל החודש </a:t>
            </a:r>
            <a:r>
              <a:rPr lang="en-US" sz="2400" dirty="0">
                <a:solidFill>
                  <a:schemeClr val="bg1"/>
                </a:solidFill>
                <a:latin typeface="Calibri" pitchFamily="34" charset="0"/>
                <a:ea typeface="Calibri" pitchFamily="34" charset="-122"/>
                <a:cs typeface="Calibri" pitchFamily="34" charset="-120"/>
              </a:rPr>
              <a:t>t-1</a:t>
            </a:r>
            <a:r>
              <a:rPr lang="he-IL" sz="2400" dirty="0">
                <a:solidFill>
                  <a:schemeClr val="bg1"/>
                </a:solidFill>
                <a:latin typeface="Calibri" pitchFamily="34" charset="0"/>
                <a:ea typeface="Calibri" pitchFamily="34" charset="-122"/>
                <a:cs typeface="Calibri" pitchFamily="34" charset="-120"/>
              </a:rPr>
              <a:t>)</a:t>
            </a:r>
          </a:p>
          <a:p>
            <a:pPr algn="r" rtl="1"/>
            <a:endParaRPr lang="he-IL" sz="2400" dirty="0">
              <a:solidFill>
                <a:schemeClr val="bg1"/>
              </a:solidFill>
              <a:latin typeface="Calibri" pitchFamily="34" charset="0"/>
              <a:ea typeface="Calibri" pitchFamily="34" charset="-122"/>
              <a:cs typeface="Calibri" pitchFamily="34" charset="-120"/>
            </a:endParaRPr>
          </a:p>
          <a:p>
            <a:pPr algn="r" rtl="1"/>
            <a:r>
              <a:rPr lang="he-IL" sz="2400" dirty="0">
                <a:solidFill>
                  <a:schemeClr val="bg1"/>
                </a:solidFill>
                <a:latin typeface="Calibri" pitchFamily="34" charset="0"/>
                <a:ea typeface="Calibri" pitchFamily="34" charset="-122"/>
                <a:cs typeface="Calibri" pitchFamily="34" charset="-120"/>
              </a:rPr>
              <a:t>למה מדלגים על החודש האחרון בשביל להימנע מ</a:t>
            </a:r>
            <a:r>
              <a:rPr lang="en-US" sz="2400" dirty="0">
                <a:solidFill>
                  <a:schemeClr val="bg1"/>
                </a:solidFill>
                <a:latin typeface="Calibri" pitchFamily="34" charset="0"/>
                <a:ea typeface="Calibri" pitchFamily="34" charset="-122"/>
                <a:cs typeface="Calibri" pitchFamily="34" charset="-120"/>
              </a:rPr>
              <a:t>short term reversal</a:t>
            </a:r>
            <a:r>
              <a:rPr lang="he-IL" sz="2400" dirty="0">
                <a:solidFill>
                  <a:schemeClr val="bg1"/>
                </a:solidFill>
                <a:latin typeface="Calibri" pitchFamily="34" charset="0"/>
                <a:ea typeface="Calibri" pitchFamily="34" charset="-122"/>
                <a:cs typeface="Calibri" pitchFamily="34" charset="-120"/>
              </a:rPr>
              <a:t> </a:t>
            </a:r>
            <a:r>
              <a:rPr lang="he-IL" sz="2400" dirty="0">
                <a:solidFill>
                  <a:schemeClr val="bg1"/>
                </a:solidFill>
              </a:rPr>
              <a:t>“מפסידות גדולות” של החודש האחרון לעיתים עולות בחודש הבא</a:t>
            </a:r>
            <a:r>
              <a:rPr lang="en-US" sz="2400" dirty="0">
                <a:solidFill>
                  <a:schemeClr val="bg1"/>
                </a:solidFill>
              </a:rPr>
              <a:t> </a:t>
            </a:r>
            <a:r>
              <a:rPr lang="he-IL" sz="2400" dirty="0">
                <a:solidFill>
                  <a:schemeClr val="bg1"/>
                </a:solidFill>
              </a:rPr>
              <a:t>(קונים מניות מוכרות בהנחה)</a:t>
            </a:r>
            <a:endParaRPr lang="he-IL" sz="2400" dirty="0">
              <a:solidFill>
                <a:schemeClr val="bg1"/>
              </a:solidFill>
              <a:latin typeface="Calibri" pitchFamily="34" charset="0"/>
              <a:ea typeface="Calibri" pitchFamily="34" charset="-122"/>
              <a:cs typeface="Calibri" pitchFamily="34" charset="-120"/>
            </a:endParaRPr>
          </a:p>
          <a:p>
            <a:pPr algn="r" rtl="1"/>
            <a:endParaRPr lang="en-US" sz="2400" dirty="0">
              <a:solidFill>
                <a:schemeClr val="bg1"/>
              </a:solidFill>
              <a:latin typeface="Calibri" pitchFamily="34" charset="0"/>
              <a:ea typeface="Calibri" pitchFamily="34" charset="-122"/>
              <a:cs typeface="Calibri" pitchFamily="34" charset="-120"/>
            </a:endParaRPr>
          </a:p>
          <a:p>
            <a:pPr algn="r" rtl="1"/>
            <a:endParaRPr lang="en-US" sz="2400" dirty="0">
              <a:solidFill>
                <a:schemeClr val="bg1"/>
              </a:solidFill>
            </a:endParaRPr>
          </a:p>
          <a:p>
            <a:pPr algn="r" rtl="1"/>
            <a:endParaRPr lang="en-US" sz="2400" dirty="0">
              <a:solidFill>
                <a:schemeClr val="bg1"/>
              </a:solidFill>
            </a:endParaRPr>
          </a:p>
        </p:txBody>
      </p:sp>
      <p:pic>
        <p:nvPicPr>
          <p:cNvPr id="44" name="Picture 43" descr="The image depicts a mathematical expression or equation involving variables and operations, including negative numbers and a possible subtraction or equality sign.&#10;&#10;AI-generated content may be incorrect.">
            <a:extLst>
              <a:ext uri="{FF2B5EF4-FFF2-40B4-BE49-F238E27FC236}">
                <a16:creationId xmlns:a16="http://schemas.microsoft.com/office/drawing/2014/main" id="{F9AD6C10-206A-09AB-EA62-50C8C87B384D}"/>
              </a:ext>
            </a:extLst>
          </p:cNvPr>
          <p:cNvPicPr>
            <a:picLocks noChangeAspect="1"/>
          </p:cNvPicPr>
          <p:nvPr/>
        </p:nvPicPr>
        <p:blipFill>
          <a:blip r:embed="rId3"/>
          <a:stretch>
            <a:fillRect/>
          </a:stretch>
        </p:blipFill>
        <p:spPr>
          <a:xfrm>
            <a:off x="10468406" y="4257920"/>
            <a:ext cx="7286520" cy="1748044"/>
          </a:xfrm>
          <a:prstGeom prst="rect">
            <a:avLst/>
          </a:prstGeom>
        </p:spPr>
      </p:pic>
      <p:pic>
        <p:nvPicPr>
          <p:cNvPr id="50" name="Picture 49" descr="A line chart showing the historical performance of a stock (USA) from January to March 2005, with columns for date, ticker symbol, and daily returns.&#10;&#10;AI-generated content may be incorrect.">
            <a:extLst>
              <a:ext uri="{FF2B5EF4-FFF2-40B4-BE49-F238E27FC236}">
                <a16:creationId xmlns:a16="http://schemas.microsoft.com/office/drawing/2014/main" id="{E6C9433A-38EE-96F5-AC0B-49D5B5EAC5B7}"/>
              </a:ext>
            </a:extLst>
          </p:cNvPr>
          <p:cNvPicPr>
            <a:picLocks noChangeAspect="1"/>
          </p:cNvPicPr>
          <p:nvPr/>
        </p:nvPicPr>
        <p:blipFill>
          <a:blip r:embed="rId4"/>
          <a:stretch>
            <a:fillRect/>
          </a:stretch>
        </p:blipFill>
        <p:spPr>
          <a:xfrm>
            <a:off x="-192509" y="0"/>
            <a:ext cx="9641309" cy="6664420"/>
          </a:xfrm>
          <a:prstGeom prst="rect">
            <a:avLst/>
          </a:prstGeom>
        </p:spPr>
      </p:pic>
      <p:cxnSp>
        <p:nvCxnSpPr>
          <p:cNvPr id="69" name="Straight Arrow Connector 68">
            <a:extLst>
              <a:ext uri="{FF2B5EF4-FFF2-40B4-BE49-F238E27FC236}">
                <a16:creationId xmlns:a16="http://schemas.microsoft.com/office/drawing/2014/main" id="{28E344E8-FB57-EA54-8AFD-3C6FFBB5F96E}"/>
              </a:ext>
            </a:extLst>
          </p:cNvPr>
          <p:cNvCxnSpPr>
            <a:cxnSpLocks/>
          </p:cNvCxnSpPr>
          <p:nvPr/>
        </p:nvCxnSpPr>
        <p:spPr>
          <a:xfrm>
            <a:off x="1185861" y="8359874"/>
            <a:ext cx="13901739" cy="1524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49B8055-842F-72BA-DF68-1198A8CBC658}"/>
              </a:ext>
            </a:extLst>
          </p:cNvPr>
          <p:cNvCxnSpPr/>
          <p:nvPr/>
        </p:nvCxnSpPr>
        <p:spPr>
          <a:xfrm>
            <a:off x="1795461" y="7826474"/>
            <a:ext cx="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D7B0012-FCA8-4671-5278-2096FAC1A982}"/>
              </a:ext>
            </a:extLst>
          </p:cNvPr>
          <p:cNvCxnSpPr/>
          <p:nvPr/>
        </p:nvCxnSpPr>
        <p:spPr>
          <a:xfrm>
            <a:off x="9415461" y="7826474"/>
            <a:ext cx="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1C2F517-BFD5-B236-A68B-872EBCA4943E}"/>
              </a:ext>
            </a:extLst>
          </p:cNvPr>
          <p:cNvCxnSpPr>
            <a:cxnSpLocks/>
          </p:cNvCxnSpPr>
          <p:nvPr/>
        </p:nvCxnSpPr>
        <p:spPr>
          <a:xfrm>
            <a:off x="10482261" y="7826474"/>
            <a:ext cx="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3D43720-1CDB-42E2-9FCD-1F3B8F4AA0C4}"/>
              </a:ext>
            </a:extLst>
          </p:cNvPr>
          <p:cNvCxnSpPr>
            <a:cxnSpLocks/>
          </p:cNvCxnSpPr>
          <p:nvPr/>
        </p:nvCxnSpPr>
        <p:spPr>
          <a:xfrm>
            <a:off x="11625261" y="7826474"/>
            <a:ext cx="0" cy="1295400"/>
          </a:xfrm>
          <a:prstGeom prst="line">
            <a:avLst/>
          </a:prstGeom>
        </p:spPr>
        <p:style>
          <a:lnRef idx="1">
            <a:schemeClr val="accent1"/>
          </a:lnRef>
          <a:fillRef idx="0">
            <a:schemeClr val="accent1"/>
          </a:fillRef>
          <a:effectRef idx="0">
            <a:schemeClr val="accent1"/>
          </a:effectRef>
          <a:fontRef idx="minor">
            <a:schemeClr val="tx1"/>
          </a:fontRef>
        </p:style>
      </p:cxnSp>
      <p:sp>
        <p:nvSpPr>
          <p:cNvPr id="74" name="Right Brace 73">
            <a:extLst>
              <a:ext uri="{FF2B5EF4-FFF2-40B4-BE49-F238E27FC236}">
                <a16:creationId xmlns:a16="http://schemas.microsoft.com/office/drawing/2014/main" id="{E6692F92-0BA9-D68E-44B3-A19E4862D443}"/>
              </a:ext>
            </a:extLst>
          </p:cNvPr>
          <p:cNvSpPr/>
          <p:nvPr/>
        </p:nvSpPr>
        <p:spPr>
          <a:xfrm rot="5400000">
            <a:off x="4393802" y="5700416"/>
            <a:ext cx="2423317" cy="7620000"/>
          </a:xfrm>
          <a:prstGeom prst="rightBrace">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TextBox 74">
            <a:extLst>
              <a:ext uri="{FF2B5EF4-FFF2-40B4-BE49-F238E27FC236}">
                <a16:creationId xmlns:a16="http://schemas.microsoft.com/office/drawing/2014/main" id="{AA8F2F3E-0EAF-CC10-3260-32F5599C6E8C}"/>
              </a:ext>
            </a:extLst>
          </p:cNvPr>
          <p:cNvSpPr txBox="1"/>
          <p:nvPr/>
        </p:nvSpPr>
        <p:spPr>
          <a:xfrm>
            <a:off x="2938461" y="8512274"/>
            <a:ext cx="5715000" cy="830997"/>
          </a:xfrm>
          <a:prstGeom prst="rect">
            <a:avLst/>
          </a:prstGeom>
          <a:noFill/>
        </p:spPr>
        <p:txBody>
          <a:bodyPr wrap="square" rtlCol="0">
            <a:spAutoFit/>
          </a:bodyPr>
          <a:lstStyle/>
          <a:p>
            <a:pPr algn="ctr" rtl="1"/>
            <a:r>
              <a:rPr lang="he-IL" sz="2400" dirty="0">
                <a:solidFill>
                  <a:schemeClr val="accent6">
                    <a:lumMod val="75000"/>
                  </a:schemeClr>
                </a:solidFill>
              </a:rPr>
              <a:t>תקופה </a:t>
            </a:r>
            <a:r>
              <a:rPr lang="en-US" sz="2400" dirty="0">
                <a:solidFill>
                  <a:schemeClr val="accent6">
                    <a:lumMod val="75000"/>
                  </a:schemeClr>
                </a:solidFill>
              </a:rPr>
              <a:t>t-12 </a:t>
            </a:r>
            <a:r>
              <a:rPr lang="he-IL" sz="2400" dirty="0">
                <a:solidFill>
                  <a:schemeClr val="accent6">
                    <a:lumMod val="75000"/>
                  </a:schemeClr>
                </a:solidFill>
              </a:rPr>
              <a:t> עד </a:t>
            </a:r>
            <a:r>
              <a:rPr lang="en-US" sz="2400" dirty="0">
                <a:solidFill>
                  <a:schemeClr val="accent6">
                    <a:lumMod val="75000"/>
                  </a:schemeClr>
                </a:solidFill>
              </a:rPr>
              <a:t>t-2</a:t>
            </a:r>
            <a:r>
              <a:rPr lang="he-IL" sz="2400" dirty="0">
                <a:solidFill>
                  <a:schemeClr val="accent6">
                    <a:lumMod val="75000"/>
                  </a:schemeClr>
                </a:solidFill>
              </a:rPr>
              <a:t> כל חודש מוכל כך שנקבל את מקדם המומנטום </a:t>
            </a:r>
            <a:r>
              <a:rPr lang="en-US" sz="2400" dirty="0">
                <a:solidFill>
                  <a:schemeClr val="accent6">
                    <a:lumMod val="75000"/>
                  </a:schemeClr>
                </a:solidFill>
              </a:rPr>
              <a:t>ret12_1</a:t>
            </a:r>
            <a:r>
              <a:rPr lang="he-IL" sz="2400" dirty="0">
                <a:solidFill>
                  <a:schemeClr val="accent6">
                    <a:lumMod val="75000"/>
                  </a:schemeClr>
                </a:solidFill>
              </a:rPr>
              <a:t> בחודש </a:t>
            </a:r>
            <a:r>
              <a:rPr lang="en-US" sz="2400" dirty="0">
                <a:solidFill>
                  <a:schemeClr val="accent6">
                    <a:lumMod val="75000"/>
                  </a:schemeClr>
                </a:solidFill>
              </a:rPr>
              <a:t>t</a:t>
            </a:r>
          </a:p>
        </p:txBody>
      </p:sp>
      <p:sp>
        <p:nvSpPr>
          <p:cNvPr id="76" name="Left Brace 75">
            <a:extLst>
              <a:ext uri="{FF2B5EF4-FFF2-40B4-BE49-F238E27FC236}">
                <a16:creationId xmlns:a16="http://schemas.microsoft.com/office/drawing/2014/main" id="{603D76BB-F275-63FF-28CB-FACC0225CF0B}"/>
              </a:ext>
            </a:extLst>
          </p:cNvPr>
          <p:cNvSpPr/>
          <p:nvPr/>
        </p:nvSpPr>
        <p:spPr>
          <a:xfrm rot="16200000">
            <a:off x="9263069" y="9255219"/>
            <a:ext cx="1219196" cy="914405"/>
          </a:xfrm>
          <a:prstGeom prst="leftBrace">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TextBox 76">
            <a:extLst>
              <a:ext uri="{FF2B5EF4-FFF2-40B4-BE49-F238E27FC236}">
                <a16:creationId xmlns:a16="http://schemas.microsoft.com/office/drawing/2014/main" id="{220C2483-C336-F339-61E2-BE9A0CD90F99}"/>
              </a:ext>
            </a:extLst>
          </p:cNvPr>
          <p:cNvSpPr txBox="1"/>
          <p:nvPr/>
        </p:nvSpPr>
        <p:spPr>
          <a:xfrm>
            <a:off x="10306056" y="6901128"/>
            <a:ext cx="847711" cy="830997"/>
          </a:xfrm>
          <a:prstGeom prst="rect">
            <a:avLst/>
          </a:prstGeom>
          <a:noFill/>
        </p:spPr>
        <p:txBody>
          <a:bodyPr wrap="square" rtlCol="0">
            <a:spAutoFit/>
          </a:bodyPr>
          <a:lstStyle/>
          <a:p>
            <a:r>
              <a:rPr lang="en-US" sz="4800" dirty="0">
                <a:solidFill>
                  <a:srgbClr val="00B050"/>
                </a:solidFill>
              </a:rPr>
              <a:t>t</a:t>
            </a:r>
          </a:p>
        </p:txBody>
      </p:sp>
      <p:sp>
        <p:nvSpPr>
          <p:cNvPr id="78" name="TextBox 77">
            <a:extLst>
              <a:ext uri="{FF2B5EF4-FFF2-40B4-BE49-F238E27FC236}">
                <a16:creationId xmlns:a16="http://schemas.microsoft.com/office/drawing/2014/main" id="{938BB83E-5373-CC74-9C1C-D5351C40B59E}"/>
              </a:ext>
            </a:extLst>
          </p:cNvPr>
          <p:cNvSpPr txBox="1"/>
          <p:nvPr/>
        </p:nvSpPr>
        <p:spPr>
          <a:xfrm>
            <a:off x="11153769" y="6973975"/>
            <a:ext cx="1309680" cy="830997"/>
          </a:xfrm>
          <a:prstGeom prst="rect">
            <a:avLst/>
          </a:prstGeom>
          <a:noFill/>
        </p:spPr>
        <p:txBody>
          <a:bodyPr wrap="square" rtlCol="0">
            <a:spAutoFit/>
          </a:bodyPr>
          <a:lstStyle/>
          <a:p>
            <a:r>
              <a:rPr lang="en-US" sz="4800" dirty="0">
                <a:solidFill>
                  <a:srgbClr val="00B0F0"/>
                </a:solidFill>
              </a:rPr>
              <a:t>t+1</a:t>
            </a:r>
          </a:p>
        </p:txBody>
      </p:sp>
      <p:cxnSp>
        <p:nvCxnSpPr>
          <p:cNvPr id="79" name="Connector: Curved 78">
            <a:extLst>
              <a:ext uri="{FF2B5EF4-FFF2-40B4-BE49-F238E27FC236}">
                <a16:creationId xmlns:a16="http://schemas.microsoft.com/office/drawing/2014/main" id="{4CA0D53F-AEEB-F574-DE8F-EE6B6903714D}"/>
              </a:ext>
            </a:extLst>
          </p:cNvPr>
          <p:cNvCxnSpPr>
            <a:cxnSpLocks/>
            <a:endCxn id="77" idx="1"/>
          </p:cNvCxnSpPr>
          <p:nvPr/>
        </p:nvCxnSpPr>
        <p:spPr>
          <a:xfrm flipV="1">
            <a:off x="5910261" y="7316627"/>
            <a:ext cx="4395795" cy="982130"/>
          </a:xfrm>
          <a:prstGeom prst="curvedConnector3">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B9444456-B89C-4796-DD17-CBA51A553AC4}"/>
              </a:ext>
            </a:extLst>
          </p:cNvPr>
          <p:cNvSpPr txBox="1"/>
          <p:nvPr/>
        </p:nvSpPr>
        <p:spPr>
          <a:xfrm rot="20385724">
            <a:off x="6958671" y="7005189"/>
            <a:ext cx="2590799" cy="646331"/>
          </a:xfrm>
          <a:prstGeom prst="rect">
            <a:avLst/>
          </a:prstGeom>
          <a:noFill/>
        </p:spPr>
        <p:txBody>
          <a:bodyPr wrap="square" rtlCol="0">
            <a:spAutoFit/>
          </a:bodyPr>
          <a:lstStyle/>
          <a:p>
            <a:pPr algn="ctr" rtl="1"/>
            <a:r>
              <a:rPr lang="he-IL" dirty="0">
                <a:solidFill>
                  <a:srgbClr val="00B050"/>
                </a:solidFill>
              </a:rPr>
              <a:t>כפל הנדסי של החזר החודשים הללו נותן לנו את:</a:t>
            </a:r>
            <a:endParaRPr lang="en-US" dirty="0">
              <a:solidFill>
                <a:srgbClr val="00B050"/>
              </a:solidFill>
            </a:endParaRPr>
          </a:p>
        </p:txBody>
      </p:sp>
      <p:sp>
        <p:nvSpPr>
          <p:cNvPr id="84" name="TextBox 83">
            <a:extLst>
              <a:ext uri="{FF2B5EF4-FFF2-40B4-BE49-F238E27FC236}">
                <a16:creationId xmlns:a16="http://schemas.microsoft.com/office/drawing/2014/main" id="{06606D31-1634-9555-3ACB-22AA03F571CF}"/>
              </a:ext>
            </a:extLst>
          </p:cNvPr>
          <p:cNvSpPr txBox="1"/>
          <p:nvPr/>
        </p:nvSpPr>
        <p:spPr>
          <a:xfrm>
            <a:off x="9775021" y="6134100"/>
            <a:ext cx="1447797" cy="1015663"/>
          </a:xfrm>
          <a:prstGeom prst="rect">
            <a:avLst/>
          </a:prstGeom>
          <a:noFill/>
        </p:spPr>
        <p:txBody>
          <a:bodyPr wrap="square" rtlCol="0">
            <a:spAutoFit/>
          </a:bodyPr>
          <a:lstStyle/>
          <a:p>
            <a:pPr algn="ctr"/>
            <a:r>
              <a:rPr lang="he-IL" sz="2000" dirty="0">
                <a:solidFill>
                  <a:srgbClr val="00B050"/>
                </a:solidFill>
              </a:rPr>
              <a:t>מקדם המומנטום בחודש</a:t>
            </a:r>
            <a:endParaRPr lang="en-US" sz="2000" dirty="0">
              <a:solidFill>
                <a:srgbClr val="00B050"/>
              </a:solidFill>
            </a:endParaRPr>
          </a:p>
        </p:txBody>
      </p:sp>
      <p:sp>
        <p:nvSpPr>
          <p:cNvPr id="85" name="TextBox 84">
            <a:extLst>
              <a:ext uri="{FF2B5EF4-FFF2-40B4-BE49-F238E27FC236}">
                <a16:creationId xmlns:a16="http://schemas.microsoft.com/office/drawing/2014/main" id="{46093623-0FDE-CF68-0666-1D5379673371}"/>
              </a:ext>
            </a:extLst>
          </p:cNvPr>
          <p:cNvSpPr txBox="1"/>
          <p:nvPr/>
        </p:nvSpPr>
        <p:spPr>
          <a:xfrm>
            <a:off x="11029961" y="6105525"/>
            <a:ext cx="1309682" cy="923330"/>
          </a:xfrm>
          <a:prstGeom prst="rect">
            <a:avLst/>
          </a:prstGeom>
          <a:noFill/>
        </p:spPr>
        <p:txBody>
          <a:bodyPr wrap="square" rtlCol="0">
            <a:spAutoFit/>
          </a:bodyPr>
          <a:lstStyle/>
          <a:p>
            <a:pPr algn="ctr"/>
            <a:r>
              <a:rPr lang="he-IL" dirty="0">
                <a:solidFill>
                  <a:srgbClr val="00B0F0"/>
                </a:solidFill>
              </a:rPr>
              <a:t>החזר החודשי בחודש</a:t>
            </a:r>
            <a:endParaRPr lang="en-US" dirty="0">
              <a:solidFill>
                <a:srgbClr val="00B0F0"/>
              </a:solidFill>
            </a:endParaRPr>
          </a:p>
        </p:txBody>
      </p:sp>
      <p:sp>
        <p:nvSpPr>
          <p:cNvPr id="86" name="TextBox 85">
            <a:extLst>
              <a:ext uri="{FF2B5EF4-FFF2-40B4-BE49-F238E27FC236}">
                <a16:creationId xmlns:a16="http://schemas.microsoft.com/office/drawing/2014/main" id="{256EB806-635D-D55D-6125-CF921C8A9031}"/>
              </a:ext>
            </a:extLst>
          </p:cNvPr>
          <p:cNvSpPr txBox="1"/>
          <p:nvPr/>
        </p:nvSpPr>
        <p:spPr>
          <a:xfrm>
            <a:off x="9460699" y="8573391"/>
            <a:ext cx="1076334" cy="646331"/>
          </a:xfrm>
          <a:prstGeom prst="rect">
            <a:avLst/>
          </a:prstGeom>
          <a:noFill/>
        </p:spPr>
        <p:txBody>
          <a:bodyPr wrap="square" rtlCol="0">
            <a:spAutoFit/>
          </a:bodyPr>
          <a:lstStyle/>
          <a:p>
            <a:pPr algn="ctr"/>
            <a:r>
              <a:rPr lang="he-IL" dirty="0">
                <a:solidFill>
                  <a:schemeClr val="accent2">
                    <a:lumMod val="75000"/>
                  </a:schemeClr>
                </a:solidFill>
              </a:rPr>
              <a:t>תקופה מושמטת</a:t>
            </a:r>
            <a:endParaRPr lang="en-US" dirty="0">
              <a:solidFill>
                <a:schemeClr val="accent2">
                  <a:lumMod val="75000"/>
                </a:schemeClr>
              </a:solidFill>
            </a:endParaRPr>
          </a:p>
        </p:txBody>
      </p:sp>
    </p:spTree>
    <p:extLst>
      <p:ext uri="{BB962C8B-B14F-4D97-AF65-F5344CB8AC3E}">
        <p14:creationId xmlns:p14="http://schemas.microsoft.com/office/powerpoint/2010/main" val="1981008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7757A29A-D2CF-80CD-0607-31984F9D10AA}"/>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9ABF6900-BA1F-0DDB-A386-5C0EE9C564B3}"/>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3">
            <a:extLst>
              <a:ext uri="{FF2B5EF4-FFF2-40B4-BE49-F238E27FC236}">
                <a16:creationId xmlns:a16="http://schemas.microsoft.com/office/drawing/2014/main" id="{16F8CCAC-E547-9FB3-BB9C-9ADA06FE5A07}"/>
              </a:ext>
            </a:extLst>
          </p:cNvPr>
          <p:cNvGrpSpPr/>
          <p:nvPr/>
        </p:nvGrpSpPr>
        <p:grpSpPr>
          <a:xfrm>
            <a:off x="1028700" y="1383979"/>
            <a:ext cx="16230600" cy="8229600"/>
            <a:chOff x="0" y="0"/>
            <a:chExt cx="4274726" cy="2167467"/>
          </a:xfrm>
        </p:grpSpPr>
        <p:sp>
          <p:nvSpPr>
            <p:cNvPr id="6" name="Freeform 4">
              <a:extLst>
                <a:ext uri="{FF2B5EF4-FFF2-40B4-BE49-F238E27FC236}">
                  <a16:creationId xmlns:a16="http://schemas.microsoft.com/office/drawing/2014/main" id="{A341329E-7006-285D-BF9A-5377CA67A65D}"/>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F35EB2AF-A60B-1F19-2A35-39A80EB0C6D2}"/>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7">
            <a:extLst>
              <a:ext uri="{FF2B5EF4-FFF2-40B4-BE49-F238E27FC236}">
                <a16:creationId xmlns:a16="http://schemas.microsoft.com/office/drawing/2014/main" id="{8ED79DB3-6593-333B-06AB-BA5D40BC7514}"/>
              </a:ext>
            </a:extLst>
          </p:cNvPr>
          <p:cNvSpPr txBox="1"/>
          <p:nvPr/>
        </p:nvSpPr>
        <p:spPr>
          <a:xfrm>
            <a:off x="228600" y="70065"/>
            <a:ext cx="16764000" cy="1015663"/>
          </a:xfrm>
          <a:prstGeom prst="rect">
            <a:avLst/>
          </a:prstGeom>
          <a:noFill/>
        </p:spPr>
        <p:txBody>
          <a:bodyPr wrap="square">
            <a:spAutoFit/>
          </a:bodyPr>
          <a:lstStyle/>
          <a:p>
            <a:pPr algn="r" rtl="1"/>
            <a:r>
              <a:rPr lang="he-IL" sz="6000" dirty="0">
                <a:solidFill>
                  <a:srgbClr val="00B050"/>
                </a:solidFill>
              </a:rPr>
              <a:t>חלק 2:</a:t>
            </a:r>
            <a:r>
              <a:rPr sz="6000" dirty="0" err="1">
                <a:solidFill>
                  <a:srgbClr val="00B050"/>
                </a:solidFill>
              </a:rPr>
              <a:t>נרמול</a:t>
            </a:r>
            <a:r>
              <a:rPr sz="6000" dirty="0">
                <a:solidFill>
                  <a:srgbClr val="00B050"/>
                </a:solidFill>
              </a:rPr>
              <a:t> </a:t>
            </a:r>
            <a:r>
              <a:rPr sz="6000" dirty="0" err="1">
                <a:solidFill>
                  <a:srgbClr val="00B050"/>
                </a:solidFill>
              </a:rPr>
              <a:t>הנתוני</a:t>
            </a:r>
            <a:r>
              <a:rPr sz="6000" dirty="0">
                <a:solidFill>
                  <a:srgbClr val="00B050"/>
                </a:solidFill>
              </a:rPr>
              <a:t> </a:t>
            </a:r>
            <a:r>
              <a:rPr sz="6000" dirty="0" err="1">
                <a:solidFill>
                  <a:srgbClr val="00B050"/>
                </a:solidFill>
              </a:rPr>
              <a:t>המעבר</a:t>
            </a:r>
            <a:r>
              <a:rPr sz="6000" dirty="0">
                <a:solidFill>
                  <a:srgbClr val="00B050"/>
                </a:solidFill>
              </a:rPr>
              <a:t> </a:t>
            </a:r>
            <a:r>
              <a:rPr sz="6000" dirty="0" err="1">
                <a:solidFill>
                  <a:srgbClr val="00B050"/>
                </a:solidFill>
              </a:rPr>
              <a:t>לדירוג</a:t>
            </a:r>
            <a:r>
              <a:rPr sz="6000" dirty="0">
                <a:solidFill>
                  <a:srgbClr val="00B050"/>
                </a:solidFill>
              </a:rPr>
              <a:t> </a:t>
            </a:r>
            <a:r>
              <a:rPr sz="6000" dirty="0" err="1">
                <a:solidFill>
                  <a:srgbClr val="00B050"/>
                </a:solidFill>
              </a:rPr>
              <a:t>יחסי</a:t>
            </a:r>
            <a:r>
              <a:rPr sz="6000" dirty="0">
                <a:solidFill>
                  <a:srgbClr val="00B050"/>
                </a:solidFill>
              </a:rPr>
              <a:t> (Z-Score)</a:t>
            </a:r>
          </a:p>
        </p:txBody>
      </p:sp>
      <p:sp>
        <p:nvSpPr>
          <p:cNvPr id="10" name="Rectangle 9">
            <a:extLst>
              <a:ext uri="{FF2B5EF4-FFF2-40B4-BE49-F238E27FC236}">
                <a16:creationId xmlns:a16="http://schemas.microsoft.com/office/drawing/2014/main" id="{2D7C549E-014D-4394-DEE4-CE0AE71ABF24}"/>
              </a:ext>
            </a:extLst>
          </p:cNvPr>
          <p:cNvSpPr/>
          <p:nvPr/>
        </p:nvSpPr>
        <p:spPr>
          <a:xfrm>
            <a:off x="9650000" y="1450000"/>
            <a:ext cx="8400000" cy="3008644"/>
          </a:xfrm>
          <a:prstGeom prst="rect">
            <a:avLst/>
          </a:prstGeom>
          <a:solidFill>
            <a:srgbClr val="112233"/>
          </a:solidFill>
          <a:ln w="12700">
            <a:solidFill>
              <a:srgbClr val="00BCD4"/>
            </a:solidFill>
          </a:ln>
          <a:effectLst/>
        </p:spPr>
        <p:style>
          <a:lnRef idx="1">
            <a:schemeClr val="accent1"/>
          </a:lnRef>
          <a:fillRef idx="3">
            <a:schemeClr val="accent1"/>
          </a:fillRef>
          <a:effectRef idx="2">
            <a:schemeClr val="accent1"/>
          </a:effectRef>
          <a:fontRef idx="minor">
            <a:schemeClr val="lt1"/>
          </a:fontRef>
        </p:style>
        <p:txBody>
          <a:bodyPr wrap="square" lIns="180000" tIns="120000" rIns="180000" rtlCol="0" anchor="ctr"/>
          <a:lstStyle/>
          <a:p>
            <a:pPr algn="r" rtl="1"/>
            <a:r>
              <a:rPr lang="he-IL" sz="3200" b="1" dirty="0">
                <a:solidFill>
                  <a:srgbClr val="00BCD4"/>
                </a:solidFill>
              </a:rPr>
              <a:t>האתגר בתשואות גולמיות</a:t>
            </a:r>
          </a:p>
          <a:p>
            <a:pPr algn="r" rtl="1"/>
            <a:r>
              <a:rPr lang="he-IL" sz="2400" dirty="0">
                <a:solidFill>
                  <a:srgbClr val="FFFFFF"/>
                </a:solidFill>
              </a:rPr>
              <a:t>תשואות מוחלטות מושפעות מכיוון השוק באותו חודש. בעלייה חדה, מניה שעלתה 10% יכולה להיחשב "מפסידה" יחסית, אפשר לחשוב על זה כמו 2 ציונים של סטודנט ב2 קורסים שונים</a:t>
            </a:r>
            <a:r>
              <a:rPr lang="en-US" sz="2400" dirty="0">
                <a:solidFill>
                  <a:srgbClr val="FFFFFF"/>
                </a:solidFill>
              </a:rPr>
              <a:t>,</a:t>
            </a:r>
            <a:r>
              <a:rPr lang="he-IL" sz="2400" dirty="0">
                <a:solidFill>
                  <a:srgbClr val="FFFFFF"/>
                </a:solidFill>
              </a:rPr>
              <a:t> לדוגמא ציון 78 </a:t>
            </a:r>
            <a:r>
              <a:rPr lang="he-IL" sz="2400" dirty="0" err="1">
                <a:solidFill>
                  <a:srgbClr val="FFFFFF"/>
                </a:solidFill>
              </a:rPr>
              <a:t>יכל</a:t>
            </a:r>
            <a:r>
              <a:rPr lang="he-IL" sz="2400" dirty="0">
                <a:solidFill>
                  <a:srgbClr val="FFFFFF"/>
                </a:solidFill>
              </a:rPr>
              <a:t> להיות מרשים בקורס מאוד קשה ממוצע קורס 61</a:t>
            </a:r>
            <a:r>
              <a:rPr lang="en-US" sz="2400" dirty="0">
                <a:solidFill>
                  <a:srgbClr val="FFFFFF"/>
                </a:solidFill>
              </a:rPr>
              <a:t>,</a:t>
            </a:r>
            <a:r>
              <a:rPr lang="he-IL" sz="2400" dirty="0">
                <a:solidFill>
                  <a:srgbClr val="FFFFFF"/>
                </a:solidFill>
              </a:rPr>
              <a:t> אבל נמוך בקורס עם ממוצע 93 בשביל לדעת את רמת הסטודנט באופן יותר מדיוק ניתן לו ציון </a:t>
            </a:r>
            <a:r>
              <a:rPr lang="en-US" sz="2400" dirty="0">
                <a:solidFill>
                  <a:srgbClr val="FFFFFF"/>
                </a:solidFill>
              </a:rPr>
              <a:t>Z</a:t>
            </a:r>
            <a:r>
              <a:rPr lang="he-IL" sz="2400" dirty="0">
                <a:solidFill>
                  <a:srgbClr val="FFFFFF"/>
                </a:solidFill>
              </a:rPr>
              <a:t> ונבין באמת כיצד מדורג ביחס לממוצע הקורסים.</a:t>
            </a:r>
            <a:endParaRPr sz="2400" dirty="0">
              <a:solidFill>
                <a:srgbClr val="FFFFFF"/>
              </a:solidFill>
            </a:endParaRPr>
          </a:p>
        </p:txBody>
      </p:sp>
      <p:sp>
        <p:nvSpPr>
          <p:cNvPr id="12" name="Rectangle 11">
            <a:extLst>
              <a:ext uri="{FF2B5EF4-FFF2-40B4-BE49-F238E27FC236}">
                <a16:creationId xmlns:a16="http://schemas.microsoft.com/office/drawing/2014/main" id="{01F94F24-B035-AB81-8C8B-F2DE933F9611}"/>
              </a:ext>
            </a:extLst>
          </p:cNvPr>
          <p:cNvSpPr/>
          <p:nvPr/>
        </p:nvSpPr>
        <p:spPr>
          <a:xfrm>
            <a:off x="9650000" y="5972925"/>
            <a:ext cx="8400000" cy="2795381"/>
          </a:xfrm>
          <a:prstGeom prst="rect">
            <a:avLst/>
          </a:prstGeom>
          <a:solidFill>
            <a:srgbClr val="112233"/>
          </a:solidFill>
          <a:ln w="12700">
            <a:solidFill>
              <a:srgbClr val="00BCD4"/>
            </a:solidFill>
          </a:ln>
          <a:effectLst/>
        </p:spPr>
        <p:style>
          <a:lnRef idx="1">
            <a:schemeClr val="accent1"/>
          </a:lnRef>
          <a:fillRef idx="3">
            <a:schemeClr val="accent1"/>
          </a:fillRef>
          <a:effectRef idx="2">
            <a:schemeClr val="accent1"/>
          </a:effectRef>
          <a:fontRef idx="minor">
            <a:schemeClr val="lt1"/>
          </a:fontRef>
        </p:style>
        <p:txBody>
          <a:bodyPr wrap="square" lIns="180000" tIns="120000" rIns="180000" rtlCol="0" anchor="ctr"/>
          <a:lstStyle/>
          <a:p>
            <a:pPr algn="r" rtl="1"/>
            <a:r>
              <a:rPr sz="2600" b="1" dirty="0" err="1">
                <a:solidFill>
                  <a:srgbClr val="00BCD4"/>
                </a:solidFill>
              </a:rPr>
              <a:t>הפתרון</a:t>
            </a:r>
            <a:r>
              <a:rPr sz="2600" b="1" dirty="0">
                <a:solidFill>
                  <a:srgbClr val="00BCD4"/>
                </a:solidFill>
              </a:rPr>
              <a:t> — Cross-Sectional Z-Score</a:t>
            </a:r>
          </a:p>
          <a:p>
            <a:pPr algn="r" rtl="1"/>
            <a:r>
              <a:rPr sz="2800" dirty="0" err="1">
                <a:solidFill>
                  <a:srgbClr val="FFFFFF"/>
                </a:solidFill>
              </a:rPr>
              <a:t>בכל</a:t>
            </a:r>
            <a:r>
              <a:rPr sz="2800" dirty="0">
                <a:solidFill>
                  <a:srgbClr val="FFFFFF"/>
                </a:solidFill>
              </a:rPr>
              <a:t> </a:t>
            </a:r>
            <a:r>
              <a:rPr sz="2800" dirty="0" err="1">
                <a:solidFill>
                  <a:srgbClr val="FFFFFF"/>
                </a:solidFill>
              </a:rPr>
              <a:t>חודש</a:t>
            </a:r>
            <a:r>
              <a:rPr sz="2800" dirty="0">
                <a:solidFill>
                  <a:srgbClr val="FFFFFF"/>
                </a:solidFill>
              </a:rPr>
              <a:t>, </a:t>
            </a:r>
            <a:r>
              <a:rPr sz="2800" dirty="0" err="1">
                <a:solidFill>
                  <a:srgbClr val="FFFFFF"/>
                </a:solidFill>
              </a:rPr>
              <a:t>ובכל</a:t>
            </a:r>
            <a:r>
              <a:rPr sz="2800" dirty="0">
                <a:solidFill>
                  <a:srgbClr val="FFFFFF"/>
                </a:solidFill>
              </a:rPr>
              <a:t> </a:t>
            </a:r>
            <a:r>
              <a:rPr sz="2800" dirty="0" err="1">
                <a:solidFill>
                  <a:srgbClr val="FFFFFF"/>
                </a:solidFill>
              </a:rPr>
              <a:t>אזור</a:t>
            </a:r>
            <a:r>
              <a:rPr sz="2800" dirty="0">
                <a:solidFill>
                  <a:srgbClr val="FFFFFF"/>
                </a:solidFill>
              </a:rPr>
              <a:t> </a:t>
            </a:r>
            <a:r>
              <a:rPr sz="2800" dirty="0" err="1">
                <a:solidFill>
                  <a:srgbClr val="FFFFFF"/>
                </a:solidFill>
              </a:rPr>
              <a:t>בנפרד</a:t>
            </a:r>
            <a:r>
              <a:rPr sz="2800" dirty="0">
                <a:solidFill>
                  <a:srgbClr val="FFFFFF"/>
                </a:solidFill>
              </a:rPr>
              <a:t> </a:t>
            </a:r>
            <a:r>
              <a:rPr sz="2800" dirty="0" err="1">
                <a:solidFill>
                  <a:srgbClr val="FFFFFF"/>
                </a:solidFill>
              </a:rPr>
              <a:t>ארה"ב</a:t>
            </a:r>
            <a:r>
              <a:rPr sz="2800" dirty="0">
                <a:solidFill>
                  <a:srgbClr val="FFFFFF"/>
                </a:solidFill>
              </a:rPr>
              <a:t> / </a:t>
            </a:r>
            <a:r>
              <a:rPr sz="2800" dirty="0" err="1">
                <a:solidFill>
                  <a:srgbClr val="FFFFFF"/>
                </a:solidFill>
              </a:rPr>
              <a:t>אירופה</a:t>
            </a:r>
            <a:r>
              <a:rPr lang="he-IL" sz="2800" dirty="0">
                <a:solidFill>
                  <a:srgbClr val="FFFFFF"/>
                </a:solidFill>
              </a:rPr>
              <a:t> </a:t>
            </a:r>
            <a:r>
              <a:rPr sz="2800" dirty="0" err="1">
                <a:solidFill>
                  <a:srgbClr val="FFFFFF"/>
                </a:solidFill>
              </a:rPr>
              <a:t>מנרמלים</a:t>
            </a:r>
            <a:r>
              <a:rPr sz="2800" dirty="0">
                <a:solidFill>
                  <a:srgbClr val="FFFFFF"/>
                </a:solidFill>
              </a:rPr>
              <a:t> </a:t>
            </a:r>
            <a:r>
              <a:rPr sz="2800" dirty="0" err="1">
                <a:solidFill>
                  <a:srgbClr val="FFFFFF"/>
                </a:solidFill>
              </a:rPr>
              <a:t>את</a:t>
            </a:r>
            <a:r>
              <a:rPr sz="2800" dirty="0">
                <a:solidFill>
                  <a:srgbClr val="FFFFFF"/>
                </a:solidFill>
              </a:rPr>
              <a:t> </a:t>
            </a:r>
            <a:r>
              <a:rPr sz="2800" dirty="0" err="1">
                <a:solidFill>
                  <a:srgbClr val="FFFFFF"/>
                </a:solidFill>
              </a:rPr>
              <a:t>מקדם</a:t>
            </a:r>
            <a:r>
              <a:rPr sz="2800" dirty="0">
                <a:solidFill>
                  <a:srgbClr val="FFFFFF"/>
                </a:solidFill>
              </a:rPr>
              <a:t> </a:t>
            </a:r>
            <a:r>
              <a:rPr sz="2800" dirty="0" err="1">
                <a:solidFill>
                  <a:srgbClr val="FFFFFF"/>
                </a:solidFill>
              </a:rPr>
              <a:t>המומנטום</a:t>
            </a:r>
            <a:r>
              <a:rPr sz="2800" dirty="0">
                <a:solidFill>
                  <a:srgbClr val="FFFFFF"/>
                </a:solidFill>
              </a:rPr>
              <a:t>:</a:t>
            </a:r>
          </a:p>
          <a:p>
            <a:pPr algn="ctr"/>
            <a:r>
              <a:rPr sz="4000" b="1" i="1" dirty="0">
                <a:solidFill>
                  <a:srgbClr val="00B050"/>
                </a:solidFill>
              </a:rPr>
              <a:t>Z</a:t>
            </a:r>
            <a:r>
              <a:rPr lang="he-IL" sz="4000" b="1" i="1" dirty="0">
                <a:solidFill>
                  <a:srgbClr val="00B050"/>
                </a:solidFill>
              </a:rPr>
              <a:t>_</a:t>
            </a:r>
            <a:r>
              <a:rPr lang="en-US" sz="4000" b="1" i="1" dirty="0">
                <a:solidFill>
                  <a:srgbClr val="00B050"/>
                </a:solidFill>
              </a:rPr>
              <a:t>MOM</a:t>
            </a:r>
            <a:r>
              <a:rPr sz="4000" b="1" i="1" dirty="0">
                <a:solidFill>
                  <a:srgbClr val="00B050"/>
                </a:solidFill>
              </a:rPr>
              <a:t> = (R</a:t>
            </a:r>
            <a:r>
              <a:rPr lang="en-US" sz="4000" b="1" i="1" dirty="0">
                <a:solidFill>
                  <a:srgbClr val="00B050"/>
                </a:solidFill>
              </a:rPr>
              <a:t>ET</a:t>
            </a:r>
            <a:r>
              <a:rPr lang="he-IL" sz="4000" b="1" i="1" dirty="0">
                <a:solidFill>
                  <a:srgbClr val="00B050"/>
                </a:solidFill>
              </a:rPr>
              <a:t>_</a:t>
            </a:r>
            <a:r>
              <a:rPr lang="en-US" sz="4000" b="1" i="1" dirty="0">
                <a:solidFill>
                  <a:srgbClr val="00B050"/>
                </a:solidFill>
              </a:rPr>
              <a:t>12</a:t>
            </a:r>
            <a:r>
              <a:rPr lang="he-IL" sz="4000" b="1" i="1" dirty="0">
                <a:solidFill>
                  <a:srgbClr val="00B050"/>
                </a:solidFill>
              </a:rPr>
              <a:t>_</a:t>
            </a:r>
            <a:r>
              <a:rPr lang="en-US" sz="4000" b="1" i="1" dirty="0">
                <a:solidFill>
                  <a:srgbClr val="00B050"/>
                </a:solidFill>
              </a:rPr>
              <a:t>1</a:t>
            </a:r>
            <a:r>
              <a:rPr sz="4000" b="1" i="1" dirty="0">
                <a:solidFill>
                  <a:srgbClr val="00B050"/>
                </a:solidFill>
              </a:rPr>
              <a:t> − μ) / σ</a:t>
            </a:r>
          </a:p>
          <a:p>
            <a:pPr algn="r" rtl="1"/>
            <a:r>
              <a:rPr sz="2400" dirty="0" err="1">
                <a:solidFill>
                  <a:srgbClr val="CCCCCC"/>
                </a:solidFill>
              </a:rPr>
              <a:t>כאשר</a:t>
            </a:r>
            <a:r>
              <a:rPr sz="2400" dirty="0">
                <a:solidFill>
                  <a:srgbClr val="CCCCCC"/>
                </a:solidFill>
              </a:rPr>
              <a:t> Rᵢ </a:t>
            </a:r>
            <a:r>
              <a:rPr sz="2400" dirty="0" err="1">
                <a:solidFill>
                  <a:srgbClr val="CCCCCC"/>
                </a:solidFill>
              </a:rPr>
              <a:t>הוא</a:t>
            </a:r>
            <a:r>
              <a:rPr sz="2400" dirty="0">
                <a:solidFill>
                  <a:srgbClr val="CCCCCC"/>
                </a:solidFill>
              </a:rPr>
              <a:t> </a:t>
            </a:r>
            <a:r>
              <a:rPr sz="2400" dirty="0" err="1">
                <a:solidFill>
                  <a:srgbClr val="CCCCCC"/>
                </a:solidFill>
              </a:rPr>
              <a:t>המומנטום</a:t>
            </a:r>
            <a:r>
              <a:rPr sz="2400" dirty="0">
                <a:solidFill>
                  <a:srgbClr val="CCCCCC"/>
                </a:solidFill>
              </a:rPr>
              <a:t> </a:t>
            </a:r>
            <a:r>
              <a:rPr sz="2400" dirty="0" err="1">
                <a:solidFill>
                  <a:srgbClr val="CCCCCC"/>
                </a:solidFill>
              </a:rPr>
              <a:t>הגולמי</a:t>
            </a:r>
            <a:r>
              <a:rPr sz="2400" dirty="0">
                <a:solidFill>
                  <a:srgbClr val="CCCCCC"/>
                </a:solidFill>
              </a:rPr>
              <a:t> </a:t>
            </a:r>
            <a:r>
              <a:rPr sz="2400" dirty="0" err="1">
                <a:solidFill>
                  <a:srgbClr val="CCCCCC"/>
                </a:solidFill>
              </a:rPr>
              <a:t>של</a:t>
            </a:r>
            <a:r>
              <a:rPr sz="2400" dirty="0">
                <a:solidFill>
                  <a:srgbClr val="CCCCCC"/>
                </a:solidFill>
              </a:rPr>
              <a:t> </a:t>
            </a:r>
            <a:r>
              <a:rPr sz="2400" dirty="0" err="1">
                <a:solidFill>
                  <a:srgbClr val="CCCCCC"/>
                </a:solidFill>
              </a:rPr>
              <a:t>המניה</a:t>
            </a:r>
            <a:r>
              <a:rPr sz="2400" dirty="0">
                <a:solidFill>
                  <a:srgbClr val="CCCCCC"/>
                </a:solidFill>
              </a:rPr>
              <a:t>, μ </a:t>
            </a:r>
            <a:r>
              <a:rPr sz="2400" dirty="0" err="1">
                <a:solidFill>
                  <a:srgbClr val="CCCCCC"/>
                </a:solidFill>
              </a:rPr>
              <a:t>הממוצע</a:t>
            </a:r>
            <a:r>
              <a:rPr sz="2400" dirty="0">
                <a:solidFill>
                  <a:srgbClr val="CCCCCC"/>
                </a:solidFill>
              </a:rPr>
              <a:t> </a:t>
            </a:r>
            <a:r>
              <a:rPr lang="he-IL" sz="2400" dirty="0">
                <a:solidFill>
                  <a:srgbClr val="CCCCCC"/>
                </a:solidFill>
              </a:rPr>
              <a:t>המומנטום החודשי של כל המניות </a:t>
            </a:r>
            <a:r>
              <a:rPr sz="2400" dirty="0">
                <a:solidFill>
                  <a:srgbClr val="CCCCCC"/>
                </a:solidFill>
              </a:rPr>
              <a:t>ו-σ </a:t>
            </a:r>
            <a:r>
              <a:rPr sz="2400" dirty="0" err="1">
                <a:solidFill>
                  <a:srgbClr val="CCCCCC"/>
                </a:solidFill>
              </a:rPr>
              <a:t>סטיית</a:t>
            </a:r>
            <a:r>
              <a:rPr sz="2400" dirty="0">
                <a:solidFill>
                  <a:srgbClr val="CCCCCC"/>
                </a:solidFill>
              </a:rPr>
              <a:t> </a:t>
            </a:r>
            <a:r>
              <a:rPr sz="2400" dirty="0" err="1">
                <a:solidFill>
                  <a:srgbClr val="CCCCCC"/>
                </a:solidFill>
              </a:rPr>
              <a:t>התקן</a:t>
            </a:r>
            <a:r>
              <a:rPr sz="2400" dirty="0">
                <a:solidFill>
                  <a:srgbClr val="CCCCCC"/>
                </a:solidFill>
              </a:rPr>
              <a:t> </a:t>
            </a:r>
            <a:r>
              <a:rPr sz="2400" dirty="0" err="1">
                <a:solidFill>
                  <a:srgbClr val="CCCCCC"/>
                </a:solidFill>
              </a:rPr>
              <a:t>באותו</a:t>
            </a:r>
            <a:r>
              <a:rPr sz="2400" dirty="0">
                <a:solidFill>
                  <a:srgbClr val="CCCCCC"/>
                </a:solidFill>
              </a:rPr>
              <a:t> </a:t>
            </a:r>
            <a:r>
              <a:rPr sz="2400" dirty="0" err="1">
                <a:solidFill>
                  <a:srgbClr val="CCCCCC"/>
                </a:solidFill>
              </a:rPr>
              <a:t>חודש</a:t>
            </a:r>
            <a:r>
              <a:rPr sz="2400" dirty="0">
                <a:solidFill>
                  <a:srgbClr val="CCCCCC"/>
                </a:solidFill>
              </a:rPr>
              <a:t> </a:t>
            </a:r>
            <a:r>
              <a:rPr sz="2400" dirty="0" err="1">
                <a:solidFill>
                  <a:srgbClr val="CCCCCC"/>
                </a:solidFill>
              </a:rPr>
              <a:t>ואזור</a:t>
            </a:r>
            <a:r>
              <a:rPr sz="2400" dirty="0">
                <a:solidFill>
                  <a:srgbClr val="CCCCCC"/>
                </a:solidFill>
              </a:rPr>
              <a:t>.</a:t>
            </a:r>
          </a:p>
        </p:txBody>
      </p:sp>
      <p:sp>
        <p:nvSpPr>
          <p:cNvPr id="14" name="TextBox 13">
            <a:extLst>
              <a:ext uri="{FF2B5EF4-FFF2-40B4-BE49-F238E27FC236}">
                <a16:creationId xmlns:a16="http://schemas.microsoft.com/office/drawing/2014/main" id="{F23AB20A-6F24-CEBB-77F9-11EA6F382F31}"/>
              </a:ext>
            </a:extLst>
          </p:cNvPr>
          <p:cNvSpPr txBox="1"/>
          <p:nvPr/>
        </p:nvSpPr>
        <p:spPr>
          <a:xfrm>
            <a:off x="-1194456" y="1746752"/>
            <a:ext cx="8600000" cy="800000"/>
          </a:xfrm>
          <a:prstGeom prst="rect">
            <a:avLst/>
          </a:prstGeom>
          <a:noFill/>
        </p:spPr>
        <p:txBody>
          <a:bodyPr wrap="square">
            <a:spAutoFit/>
          </a:bodyPr>
          <a:lstStyle/>
          <a:p>
            <a:pPr algn="r" rtl="1"/>
            <a:r>
              <a:rPr sz="3200" b="1" dirty="0" err="1">
                <a:solidFill>
                  <a:srgbClr val="00B050"/>
                </a:solidFill>
              </a:rPr>
              <a:t>היתרונות</a:t>
            </a:r>
            <a:r>
              <a:rPr sz="3200" b="1" dirty="0">
                <a:solidFill>
                  <a:srgbClr val="00B050"/>
                </a:solidFill>
              </a:rPr>
              <a:t> </a:t>
            </a:r>
            <a:r>
              <a:rPr sz="3200" b="1" dirty="0" err="1">
                <a:solidFill>
                  <a:srgbClr val="00B050"/>
                </a:solidFill>
              </a:rPr>
              <a:t>המחקריים</a:t>
            </a:r>
            <a:r>
              <a:rPr sz="3200" b="1" dirty="0">
                <a:solidFill>
                  <a:srgbClr val="00B050"/>
                </a:solidFill>
              </a:rPr>
              <a:t> </a:t>
            </a:r>
            <a:r>
              <a:rPr sz="3200" b="1" dirty="0" err="1">
                <a:solidFill>
                  <a:srgbClr val="00B050"/>
                </a:solidFill>
              </a:rPr>
              <a:t>של</a:t>
            </a:r>
            <a:r>
              <a:rPr sz="3200" b="1" dirty="0">
                <a:solidFill>
                  <a:srgbClr val="00B050"/>
                </a:solidFill>
              </a:rPr>
              <a:t> </a:t>
            </a:r>
            <a:r>
              <a:rPr sz="3200" b="1" dirty="0" err="1">
                <a:solidFill>
                  <a:srgbClr val="00B050"/>
                </a:solidFill>
              </a:rPr>
              <a:t>המודל</a:t>
            </a:r>
            <a:endParaRPr sz="3200" b="1" dirty="0">
              <a:solidFill>
                <a:srgbClr val="00B050"/>
              </a:solidFill>
            </a:endParaRPr>
          </a:p>
        </p:txBody>
      </p:sp>
      <p:sp>
        <p:nvSpPr>
          <p:cNvPr id="16" name="Rectangle 15">
            <a:extLst>
              <a:ext uri="{FF2B5EF4-FFF2-40B4-BE49-F238E27FC236}">
                <a16:creationId xmlns:a16="http://schemas.microsoft.com/office/drawing/2014/main" id="{A1A3E917-B61E-B083-D3B8-4C45C4C37397}"/>
              </a:ext>
            </a:extLst>
          </p:cNvPr>
          <p:cNvSpPr/>
          <p:nvPr/>
        </p:nvSpPr>
        <p:spPr>
          <a:xfrm>
            <a:off x="304800" y="2400000"/>
            <a:ext cx="8600000" cy="2150000"/>
          </a:xfrm>
          <a:prstGeom prst="rect">
            <a:avLst/>
          </a:prstGeom>
          <a:solidFill>
            <a:srgbClr val="112233"/>
          </a:solidFill>
          <a:ln w="12700">
            <a:solidFill>
              <a:srgbClr val="00BCD4"/>
            </a:solidFill>
          </a:ln>
          <a:effectLst/>
        </p:spPr>
        <p:style>
          <a:lnRef idx="1">
            <a:schemeClr val="accent1"/>
          </a:lnRef>
          <a:fillRef idx="3">
            <a:schemeClr val="accent1"/>
          </a:fillRef>
          <a:effectRef idx="2">
            <a:schemeClr val="accent1"/>
          </a:effectRef>
          <a:fontRef idx="minor">
            <a:schemeClr val="lt1"/>
          </a:fontRef>
        </p:style>
        <p:txBody>
          <a:bodyPr wrap="square" lIns="180000" tIns="100000" rIns="180000" rtlCol="0" anchor="ctr"/>
          <a:lstStyle/>
          <a:p>
            <a:pPr algn="r" rtl="1"/>
            <a:r>
              <a:rPr sz="4000" b="1" dirty="0" err="1">
                <a:solidFill>
                  <a:srgbClr val="00BCD4"/>
                </a:solidFill>
              </a:rPr>
              <a:t>נטרול</a:t>
            </a:r>
            <a:r>
              <a:rPr sz="4000" b="1" dirty="0">
                <a:solidFill>
                  <a:srgbClr val="00BCD4"/>
                </a:solidFill>
              </a:rPr>
              <a:t> </a:t>
            </a:r>
            <a:r>
              <a:rPr sz="4000" b="1" dirty="0" err="1">
                <a:solidFill>
                  <a:srgbClr val="00BCD4"/>
                </a:solidFill>
              </a:rPr>
              <a:t>רעשי</a:t>
            </a:r>
            <a:r>
              <a:rPr lang="he-IL" sz="4000" b="1" dirty="0">
                <a:solidFill>
                  <a:srgbClr val="00BCD4"/>
                </a:solidFill>
              </a:rPr>
              <a:t>ם</a:t>
            </a:r>
            <a:endParaRPr sz="4000" b="1" dirty="0">
              <a:solidFill>
                <a:srgbClr val="00BCD4"/>
              </a:solidFill>
            </a:endParaRPr>
          </a:p>
          <a:p>
            <a:pPr algn="r" rtl="1"/>
            <a:r>
              <a:rPr sz="2800" dirty="0" err="1">
                <a:solidFill>
                  <a:srgbClr val="FFFFFF"/>
                </a:solidFill>
              </a:rPr>
              <a:t>המומנטום</a:t>
            </a:r>
            <a:r>
              <a:rPr sz="2800" dirty="0">
                <a:solidFill>
                  <a:srgbClr val="FFFFFF"/>
                </a:solidFill>
              </a:rPr>
              <a:t> </a:t>
            </a:r>
            <a:r>
              <a:rPr sz="2800" dirty="0" err="1">
                <a:solidFill>
                  <a:srgbClr val="FFFFFF"/>
                </a:solidFill>
              </a:rPr>
              <a:t>הופך</a:t>
            </a:r>
            <a:r>
              <a:rPr sz="2800" dirty="0">
                <a:solidFill>
                  <a:srgbClr val="FFFFFF"/>
                </a:solidFill>
              </a:rPr>
              <a:t> </a:t>
            </a:r>
            <a:r>
              <a:rPr sz="2800" dirty="0" err="1">
                <a:solidFill>
                  <a:srgbClr val="FFFFFF"/>
                </a:solidFill>
              </a:rPr>
              <a:t>למדד</a:t>
            </a:r>
            <a:r>
              <a:rPr sz="2800" dirty="0">
                <a:solidFill>
                  <a:srgbClr val="FFFFFF"/>
                </a:solidFill>
              </a:rPr>
              <a:t> </a:t>
            </a:r>
            <a:r>
              <a:rPr sz="2800" dirty="0" err="1">
                <a:solidFill>
                  <a:srgbClr val="FFFFFF"/>
                </a:solidFill>
              </a:rPr>
              <a:t>דירוג</a:t>
            </a:r>
            <a:r>
              <a:rPr sz="2800" dirty="0">
                <a:solidFill>
                  <a:srgbClr val="FFFFFF"/>
                </a:solidFill>
              </a:rPr>
              <a:t> </a:t>
            </a:r>
            <a:r>
              <a:rPr sz="2800" dirty="0" err="1">
                <a:solidFill>
                  <a:srgbClr val="FFFFFF"/>
                </a:solidFill>
              </a:rPr>
              <a:t>יחסי</a:t>
            </a:r>
            <a:r>
              <a:rPr sz="2800" dirty="0">
                <a:solidFill>
                  <a:srgbClr val="FFFFFF"/>
                </a:solidFill>
              </a:rPr>
              <a:t> </a:t>
            </a:r>
            <a:r>
              <a:rPr sz="2800" dirty="0" err="1">
                <a:solidFill>
                  <a:srgbClr val="FFFFFF"/>
                </a:solidFill>
              </a:rPr>
              <a:t>נקי</a:t>
            </a:r>
            <a:r>
              <a:rPr sz="2800" dirty="0">
                <a:solidFill>
                  <a:srgbClr val="FFFFFF"/>
                </a:solidFill>
              </a:rPr>
              <a:t> — </a:t>
            </a:r>
            <a:r>
              <a:rPr sz="2800" dirty="0" err="1">
                <a:solidFill>
                  <a:srgbClr val="FFFFFF"/>
                </a:solidFill>
              </a:rPr>
              <a:t>מאפשר</a:t>
            </a:r>
            <a:r>
              <a:rPr sz="2800" dirty="0">
                <a:solidFill>
                  <a:srgbClr val="FFFFFF"/>
                </a:solidFill>
              </a:rPr>
              <a:t> </a:t>
            </a:r>
            <a:r>
              <a:rPr sz="2800" dirty="0" err="1">
                <a:solidFill>
                  <a:srgbClr val="FFFFFF"/>
                </a:solidFill>
              </a:rPr>
              <a:t>השוואה</a:t>
            </a:r>
            <a:r>
              <a:rPr sz="2800" dirty="0">
                <a:solidFill>
                  <a:srgbClr val="FFFFFF"/>
                </a:solidFill>
              </a:rPr>
              <a:t> "</a:t>
            </a:r>
            <a:r>
              <a:rPr sz="2800" dirty="0" err="1">
                <a:solidFill>
                  <a:srgbClr val="FFFFFF"/>
                </a:solidFill>
              </a:rPr>
              <a:t>תפוחים</a:t>
            </a:r>
            <a:r>
              <a:rPr sz="2800" dirty="0">
                <a:solidFill>
                  <a:srgbClr val="FFFFFF"/>
                </a:solidFill>
              </a:rPr>
              <a:t> </a:t>
            </a:r>
            <a:r>
              <a:rPr sz="2800" dirty="0" err="1">
                <a:solidFill>
                  <a:srgbClr val="FFFFFF"/>
                </a:solidFill>
              </a:rPr>
              <a:t>לתפוחים</a:t>
            </a:r>
            <a:r>
              <a:rPr sz="2800" dirty="0">
                <a:solidFill>
                  <a:srgbClr val="FFFFFF"/>
                </a:solidFill>
              </a:rPr>
              <a:t>" </a:t>
            </a:r>
            <a:r>
              <a:rPr sz="2800" dirty="0" err="1">
                <a:solidFill>
                  <a:srgbClr val="FFFFFF"/>
                </a:solidFill>
              </a:rPr>
              <a:t>על</a:t>
            </a:r>
            <a:r>
              <a:rPr sz="2800" dirty="0">
                <a:solidFill>
                  <a:srgbClr val="FFFFFF"/>
                </a:solidFill>
              </a:rPr>
              <a:t> </a:t>
            </a:r>
            <a:r>
              <a:rPr sz="2800" dirty="0" err="1">
                <a:solidFill>
                  <a:srgbClr val="FFFFFF"/>
                </a:solidFill>
              </a:rPr>
              <a:t>פני</a:t>
            </a:r>
            <a:r>
              <a:rPr sz="2800" dirty="0">
                <a:solidFill>
                  <a:srgbClr val="FFFFFF"/>
                </a:solidFill>
              </a:rPr>
              <a:t> </a:t>
            </a:r>
            <a:r>
              <a:rPr sz="2800" dirty="0" err="1">
                <a:solidFill>
                  <a:srgbClr val="FFFFFF"/>
                </a:solidFill>
              </a:rPr>
              <a:t>התקופה</a:t>
            </a:r>
            <a:r>
              <a:rPr sz="2800" dirty="0">
                <a:solidFill>
                  <a:srgbClr val="FFFFFF"/>
                </a:solidFill>
              </a:rPr>
              <a:t>, </a:t>
            </a:r>
            <a:r>
              <a:rPr sz="2800" dirty="0" err="1">
                <a:solidFill>
                  <a:srgbClr val="FFFFFF"/>
                </a:solidFill>
              </a:rPr>
              <a:t>ללא</a:t>
            </a:r>
            <a:r>
              <a:rPr sz="2800" dirty="0">
                <a:solidFill>
                  <a:srgbClr val="FFFFFF"/>
                </a:solidFill>
              </a:rPr>
              <a:t> </a:t>
            </a:r>
            <a:r>
              <a:rPr sz="2800" dirty="0" err="1">
                <a:solidFill>
                  <a:srgbClr val="FFFFFF"/>
                </a:solidFill>
              </a:rPr>
              <a:t>קשר</a:t>
            </a:r>
            <a:r>
              <a:rPr sz="2800" dirty="0">
                <a:solidFill>
                  <a:srgbClr val="FFFFFF"/>
                </a:solidFill>
              </a:rPr>
              <a:t> </a:t>
            </a:r>
            <a:r>
              <a:rPr sz="2800" dirty="0" err="1">
                <a:solidFill>
                  <a:srgbClr val="FFFFFF"/>
                </a:solidFill>
              </a:rPr>
              <a:t>אם</a:t>
            </a:r>
            <a:r>
              <a:rPr sz="2800" dirty="0">
                <a:solidFill>
                  <a:srgbClr val="FFFFFF"/>
                </a:solidFill>
              </a:rPr>
              <a:t> </a:t>
            </a:r>
            <a:r>
              <a:rPr sz="2800" dirty="0" err="1">
                <a:solidFill>
                  <a:srgbClr val="FFFFFF"/>
                </a:solidFill>
              </a:rPr>
              <a:t>זו</a:t>
            </a:r>
            <a:r>
              <a:rPr sz="2800" dirty="0">
                <a:solidFill>
                  <a:srgbClr val="FFFFFF"/>
                </a:solidFill>
              </a:rPr>
              <a:t> </a:t>
            </a:r>
            <a:r>
              <a:rPr sz="2800" dirty="0" err="1">
                <a:solidFill>
                  <a:srgbClr val="FFFFFF"/>
                </a:solidFill>
              </a:rPr>
              <a:t>שנת</a:t>
            </a:r>
            <a:r>
              <a:rPr sz="2800" dirty="0">
                <a:solidFill>
                  <a:srgbClr val="FFFFFF"/>
                </a:solidFill>
              </a:rPr>
              <a:t> </a:t>
            </a:r>
            <a:r>
              <a:rPr sz="2800" dirty="0" err="1">
                <a:solidFill>
                  <a:srgbClr val="FFFFFF"/>
                </a:solidFill>
              </a:rPr>
              <a:t>גאות</a:t>
            </a:r>
            <a:r>
              <a:rPr sz="2800" dirty="0">
                <a:solidFill>
                  <a:srgbClr val="FFFFFF"/>
                </a:solidFill>
              </a:rPr>
              <a:t> </a:t>
            </a:r>
            <a:r>
              <a:rPr sz="2800" dirty="0" err="1">
                <a:solidFill>
                  <a:srgbClr val="FFFFFF"/>
                </a:solidFill>
              </a:rPr>
              <a:t>או</a:t>
            </a:r>
            <a:r>
              <a:rPr sz="2800" dirty="0">
                <a:solidFill>
                  <a:srgbClr val="FFFFFF"/>
                </a:solidFill>
              </a:rPr>
              <a:t> </a:t>
            </a:r>
            <a:r>
              <a:rPr sz="2800" dirty="0" err="1">
                <a:solidFill>
                  <a:srgbClr val="FFFFFF"/>
                </a:solidFill>
              </a:rPr>
              <a:t>שפל</a:t>
            </a:r>
            <a:r>
              <a:rPr sz="2800" dirty="0">
                <a:solidFill>
                  <a:srgbClr val="FFFFFF"/>
                </a:solidFill>
              </a:rPr>
              <a:t>.</a:t>
            </a:r>
          </a:p>
        </p:txBody>
      </p:sp>
      <p:sp>
        <p:nvSpPr>
          <p:cNvPr id="2" name="TextBox 1">
            <a:extLst>
              <a:ext uri="{FF2B5EF4-FFF2-40B4-BE49-F238E27FC236}">
                <a16:creationId xmlns:a16="http://schemas.microsoft.com/office/drawing/2014/main" id="{7A8AB324-7FDF-0BAC-D584-FFD861E33E5D}"/>
              </a:ext>
            </a:extLst>
          </p:cNvPr>
          <p:cNvSpPr txBox="1"/>
          <p:nvPr/>
        </p:nvSpPr>
        <p:spPr>
          <a:xfrm>
            <a:off x="4604800" y="8837000"/>
            <a:ext cx="12573000" cy="707886"/>
          </a:xfrm>
          <a:prstGeom prst="rect">
            <a:avLst/>
          </a:prstGeom>
          <a:noFill/>
        </p:spPr>
        <p:txBody>
          <a:bodyPr wrap="square" rtlCol="0">
            <a:spAutoFit/>
          </a:bodyPr>
          <a:lstStyle/>
          <a:p>
            <a:pPr algn="r" rtl="1"/>
            <a:r>
              <a:rPr lang="he-IL" sz="4000" dirty="0">
                <a:solidFill>
                  <a:schemeClr val="bg1"/>
                </a:solidFill>
              </a:rPr>
              <a:t>מקדם המומנטום שלנו הופך מ</a:t>
            </a:r>
            <a:r>
              <a:rPr lang="en-US" sz="4000" dirty="0">
                <a:solidFill>
                  <a:schemeClr val="bg1"/>
                </a:solidFill>
              </a:rPr>
              <a:t>ret12_1</a:t>
            </a:r>
            <a:r>
              <a:rPr lang="he-IL" sz="4000" dirty="0">
                <a:solidFill>
                  <a:schemeClr val="bg1"/>
                </a:solidFill>
              </a:rPr>
              <a:t> ל</a:t>
            </a:r>
            <a:r>
              <a:rPr lang="en-US" sz="4000" dirty="0" err="1">
                <a:solidFill>
                  <a:schemeClr val="bg1"/>
                </a:solidFill>
              </a:rPr>
              <a:t>Z_Momentum</a:t>
            </a:r>
            <a:r>
              <a:rPr lang="en-US" sz="4000" dirty="0">
                <a:solidFill>
                  <a:schemeClr val="bg1"/>
                </a:solidFill>
              </a:rPr>
              <a:t> </a:t>
            </a:r>
          </a:p>
        </p:txBody>
      </p:sp>
      <p:pic>
        <p:nvPicPr>
          <p:cNvPr id="17" name="Picture 16" descr="The image is a table displaying ticker symbols, dates, regions, and numeric values, likely representing stock or market data.&#10;&#10;AI-generated content may be incorrect.">
            <a:extLst>
              <a:ext uri="{FF2B5EF4-FFF2-40B4-BE49-F238E27FC236}">
                <a16:creationId xmlns:a16="http://schemas.microsoft.com/office/drawing/2014/main" id="{239ACB46-5ED0-F6CF-699C-D887D3C658A5}"/>
              </a:ext>
            </a:extLst>
          </p:cNvPr>
          <p:cNvPicPr>
            <a:picLocks noChangeAspect="1"/>
          </p:cNvPicPr>
          <p:nvPr/>
        </p:nvPicPr>
        <p:blipFill>
          <a:blip r:embed="rId4"/>
          <a:stretch>
            <a:fillRect/>
          </a:stretch>
        </p:blipFill>
        <p:spPr>
          <a:xfrm>
            <a:off x="996616" y="4601172"/>
            <a:ext cx="5023184" cy="4943713"/>
          </a:xfrm>
          <a:prstGeom prst="rect">
            <a:avLst/>
          </a:prstGeom>
        </p:spPr>
      </p:pic>
    </p:spTree>
    <p:extLst>
      <p:ext uri="{BB962C8B-B14F-4D97-AF65-F5344CB8AC3E}">
        <p14:creationId xmlns:p14="http://schemas.microsoft.com/office/powerpoint/2010/main" val="3445557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CD67F694-4956-35CB-E409-FF02C438AD11}"/>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32D30E58-F16F-4958-DE62-4A507F2C3557}"/>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1" name="TextBox 40">
            <a:extLst>
              <a:ext uri="{FF2B5EF4-FFF2-40B4-BE49-F238E27FC236}">
                <a16:creationId xmlns:a16="http://schemas.microsoft.com/office/drawing/2014/main" id="{BBAC3247-0F33-DAC3-E09A-5A95094CDF09}"/>
              </a:ext>
            </a:extLst>
          </p:cNvPr>
          <p:cNvSpPr txBox="1"/>
          <p:nvPr/>
        </p:nvSpPr>
        <p:spPr>
          <a:xfrm>
            <a:off x="5196015" y="1468227"/>
            <a:ext cx="9144000" cy="1323439"/>
          </a:xfrm>
          <a:prstGeom prst="rect">
            <a:avLst/>
          </a:prstGeom>
          <a:noFill/>
        </p:spPr>
        <p:txBody>
          <a:bodyPr wrap="square" rtlCol="0">
            <a:spAutoFit/>
          </a:bodyPr>
          <a:lstStyle/>
          <a:p>
            <a:pPr algn="r" rtl="1"/>
            <a:r>
              <a:rPr lang="he-IL" sz="8000" dirty="0">
                <a:solidFill>
                  <a:srgbClr val="00B050"/>
                </a:solidFill>
              </a:rPr>
              <a:t>רגרסיית </a:t>
            </a:r>
            <a:r>
              <a:rPr lang="en-US" sz="8000" dirty="0">
                <a:solidFill>
                  <a:srgbClr val="00B050"/>
                </a:solidFill>
              </a:rPr>
              <a:t>CAPM</a:t>
            </a:r>
            <a:endParaRPr lang="en-US" sz="5400" dirty="0">
              <a:solidFill>
                <a:srgbClr val="00B050"/>
              </a:solidFill>
            </a:endParaRPr>
          </a:p>
        </p:txBody>
      </p:sp>
      <p:grpSp>
        <p:nvGrpSpPr>
          <p:cNvPr id="42" name="Group 41">
            <a:extLst>
              <a:ext uri="{FF2B5EF4-FFF2-40B4-BE49-F238E27FC236}">
                <a16:creationId xmlns:a16="http://schemas.microsoft.com/office/drawing/2014/main" id="{269D82ED-EAD1-8FC8-E425-D007FA8DDBA4}"/>
              </a:ext>
            </a:extLst>
          </p:cNvPr>
          <p:cNvGrpSpPr/>
          <p:nvPr/>
        </p:nvGrpSpPr>
        <p:grpSpPr>
          <a:xfrm>
            <a:off x="101620" y="2552125"/>
            <a:ext cx="18474254" cy="6979946"/>
            <a:chOff x="0" y="0"/>
            <a:chExt cx="4274726" cy="2167467"/>
          </a:xfrm>
        </p:grpSpPr>
        <p:sp>
          <p:nvSpPr>
            <p:cNvPr id="43" name="Freeform 4">
              <a:extLst>
                <a:ext uri="{FF2B5EF4-FFF2-40B4-BE49-F238E27FC236}">
                  <a16:creationId xmlns:a16="http://schemas.microsoft.com/office/drawing/2014/main" id="{829A31D3-56BA-2199-F2E8-2B815A8F965C}"/>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44" name="TextBox 5">
              <a:extLst>
                <a:ext uri="{FF2B5EF4-FFF2-40B4-BE49-F238E27FC236}">
                  <a16:creationId xmlns:a16="http://schemas.microsoft.com/office/drawing/2014/main" id="{8BB579D0-9DFA-99AD-BA2A-66FC71EAFCE8}"/>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
        <p:nvSpPr>
          <p:cNvPr id="48" name="Shape 3">
            <a:extLst>
              <a:ext uri="{FF2B5EF4-FFF2-40B4-BE49-F238E27FC236}">
                <a16:creationId xmlns:a16="http://schemas.microsoft.com/office/drawing/2014/main" id="{5E4111FD-43C0-7A13-707F-70FFAD1CC6DC}"/>
              </a:ext>
            </a:extLst>
          </p:cNvPr>
          <p:cNvSpPr/>
          <p:nvPr/>
        </p:nvSpPr>
        <p:spPr>
          <a:xfrm>
            <a:off x="9338747" y="2840203"/>
            <a:ext cx="8744908" cy="5582244"/>
          </a:xfrm>
          <a:prstGeom prst="rect">
            <a:avLst/>
          </a:prstGeom>
          <a:solidFill>
            <a:srgbClr val="112233"/>
          </a:solidFill>
          <a:ln w="12700">
            <a:solidFill>
              <a:srgbClr val="00BCD4"/>
            </a:solidFill>
            <a:prstDash val="solid"/>
          </a:ln>
        </p:spPr>
        <p:txBody>
          <a:bodyPr/>
          <a:lstStyle/>
          <a:p>
            <a:endParaRPr lang="en-US" sz="3000"/>
          </a:p>
        </p:txBody>
      </p:sp>
      <p:sp>
        <p:nvSpPr>
          <p:cNvPr id="62" name="Shape 11">
            <a:extLst>
              <a:ext uri="{FF2B5EF4-FFF2-40B4-BE49-F238E27FC236}">
                <a16:creationId xmlns:a16="http://schemas.microsoft.com/office/drawing/2014/main" id="{BF7E1969-CAA6-F3B0-50F5-A860F7996E07}"/>
              </a:ext>
            </a:extLst>
          </p:cNvPr>
          <p:cNvSpPr/>
          <p:nvPr/>
        </p:nvSpPr>
        <p:spPr>
          <a:xfrm>
            <a:off x="9338747" y="2840203"/>
            <a:ext cx="8723656" cy="1581102"/>
          </a:xfrm>
          <a:prstGeom prst="rect">
            <a:avLst/>
          </a:prstGeom>
          <a:solidFill>
            <a:srgbClr val="2E7D32"/>
          </a:solidFill>
          <a:ln w="12700">
            <a:solidFill>
              <a:srgbClr val="2E7D32"/>
            </a:solidFill>
            <a:prstDash val="solid"/>
          </a:ln>
        </p:spPr>
        <p:txBody>
          <a:bodyPr/>
          <a:lstStyle/>
          <a:p>
            <a:endParaRPr lang="en-US" dirty="0"/>
          </a:p>
        </p:txBody>
      </p:sp>
      <p:sp>
        <p:nvSpPr>
          <p:cNvPr id="66" name="TextBox 65">
            <a:extLst>
              <a:ext uri="{FF2B5EF4-FFF2-40B4-BE49-F238E27FC236}">
                <a16:creationId xmlns:a16="http://schemas.microsoft.com/office/drawing/2014/main" id="{B3964D9B-11B5-C33B-B17C-4FB5CE29D9A6}"/>
              </a:ext>
            </a:extLst>
          </p:cNvPr>
          <p:cNvSpPr txBox="1"/>
          <p:nvPr/>
        </p:nvSpPr>
        <p:spPr>
          <a:xfrm>
            <a:off x="14173743" y="2985245"/>
            <a:ext cx="4890573"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CAPM + </a:t>
            </a:r>
            <a:r>
              <a:rPr kumimoji="0" lang="en-US" sz="40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מומנטום</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1" name="Picture 70" descr="The image depicts a black and white representation of the scales of justice, featuring two balanced and symmetrical scales.&#10;&#10;AI-generated content may be incorrect.">
            <a:extLst>
              <a:ext uri="{FF2B5EF4-FFF2-40B4-BE49-F238E27FC236}">
                <a16:creationId xmlns:a16="http://schemas.microsoft.com/office/drawing/2014/main" id="{2697D853-E069-6DCB-2B48-944310912D9E}"/>
              </a:ext>
            </a:extLst>
          </p:cNvPr>
          <p:cNvPicPr>
            <a:picLocks noChangeAspect="1"/>
          </p:cNvPicPr>
          <p:nvPr/>
        </p:nvPicPr>
        <p:blipFill>
          <a:blip r:embed="rId3"/>
          <a:stretch>
            <a:fillRect/>
          </a:stretch>
        </p:blipFill>
        <p:spPr>
          <a:xfrm>
            <a:off x="13259232" y="3435025"/>
            <a:ext cx="883765" cy="870767"/>
          </a:xfrm>
          <a:prstGeom prst="rect">
            <a:avLst/>
          </a:prstGeom>
        </p:spPr>
      </p:pic>
      <p:sp>
        <p:nvSpPr>
          <p:cNvPr id="76" name="TextBox 75">
            <a:extLst>
              <a:ext uri="{FF2B5EF4-FFF2-40B4-BE49-F238E27FC236}">
                <a16:creationId xmlns:a16="http://schemas.microsoft.com/office/drawing/2014/main" id="{109F1AB0-F0C9-AC87-15C5-CD540EF69AB1}"/>
              </a:ext>
            </a:extLst>
          </p:cNvPr>
          <p:cNvSpPr txBox="1"/>
          <p:nvPr/>
        </p:nvSpPr>
        <p:spPr>
          <a:xfrm>
            <a:off x="9250949" y="4359982"/>
            <a:ext cx="8740064" cy="3724096"/>
          </a:xfrm>
          <a:prstGeom prst="rect">
            <a:avLst/>
          </a:prstGeom>
          <a:noFill/>
        </p:spPr>
        <p:txBody>
          <a:bodyPr wrap="square" rtlCol="0">
            <a:spAutoFit/>
          </a:bodyPr>
          <a:lstStyle/>
          <a:p>
            <a:pPr algn="r"/>
            <a:endParaRPr lang="he-IL" sz="2000" dirty="0">
              <a:solidFill>
                <a:schemeClr val="bg1"/>
              </a:solidFill>
              <a:latin typeface="Calibri" pitchFamily="34" charset="0"/>
              <a:ea typeface="Calibri" pitchFamily="34" charset="-122"/>
              <a:cs typeface="Calibri" pitchFamily="34" charset="-120"/>
            </a:endParaRPr>
          </a:p>
          <a:p>
            <a:pPr algn="r" rtl="1"/>
            <a:endParaRPr lang="en-US" sz="2800" dirty="0">
              <a:solidFill>
                <a:schemeClr val="bg1"/>
              </a:solidFill>
            </a:endParaRPr>
          </a:p>
          <a:p>
            <a:pPr algn="r" rtl="1"/>
            <a:endParaRPr lang="en-US" sz="2800" dirty="0">
              <a:solidFill>
                <a:schemeClr val="bg1"/>
              </a:solidFill>
            </a:endParaRPr>
          </a:p>
          <a:p>
            <a:pPr algn="r" rtl="1"/>
            <a:r>
              <a:rPr lang="he-IL" sz="2800" dirty="0">
                <a:solidFill>
                  <a:schemeClr val="bg1"/>
                </a:solidFill>
              </a:rPr>
              <a:t> </a:t>
            </a:r>
            <a:endParaRPr lang="en-US" sz="2800" dirty="0">
              <a:solidFill>
                <a:schemeClr val="bg1"/>
              </a:solidFill>
            </a:endParaRPr>
          </a:p>
          <a:p>
            <a:pPr algn="r" rtl="1"/>
            <a:r>
              <a:rPr lang="he-IL" sz="2800" dirty="0">
                <a:solidFill>
                  <a:schemeClr val="bg1"/>
                </a:solidFill>
                <a:latin typeface="Calibri" pitchFamily="34" charset="0"/>
                <a:ea typeface="Calibri" pitchFamily="34" charset="-122"/>
                <a:cs typeface="Calibri" pitchFamily="34" charset="-120"/>
              </a:rPr>
              <a:t> אנחנו רוצים לראות כיצד </a:t>
            </a:r>
            <a:r>
              <a:rPr lang="he-IL" sz="2800" dirty="0">
                <a:solidFill>
                  <a:srgbClr val="00B0F0"/>
                </a:solidFill>
                <a:latin typeface="Calibri" pitchFamily="34" charset="0"/>
                <a:ea typeface="Calibri" pitchFamily="34" charset="-122"/>
                <a:cs typeface="Calibri" pitchFamily="34" charset="-120"/>
              </a:rPr>
              <a:t>ציון המומנטום</a:t>
            </a:r>
            <a:r>
              <a:rPr lang="en-US" sz="2800" dirty="0">
                <a:solidFill>
                  <a:srgbClr val="00B0F0"/>
                </a:solidFill>
                <a:latin typeface="Calibri" pitchFamily="34" charset="0"/>
                <a:ea typeface="Calibri" pitchFamily="34" charset="-122"/>
                <a:cs typeface="Calibri" pitchFamily="34" charset="-120"/>
              </a:rPr>
              <a:t> </a:t>
            </a:r>
            <a:r>
              <a:rPr lang="he-IL" sz="2800" dirty="0">
                <a:solidFill>
                  <a:schemeClr val="bg1"/>
                </a:solidFill>
                <a:latin typeface="Calibri" pitchFamily="34" charset="0"/>
                <a:ea typeface="Calibri" pitchFamily="34" charset="-122"/>
                <a:cs typeface="Calibri" pitchFamily="34" charset="-120"/>
              </a:rPr>
              <a:t>מסביר את </a:t>
            </a:r>
            <a:r>
              <a:rPr lang="he-IL" sz="2800" dirty="0">
                <a:solidFill>
                  <a:srgbClr val="FFFF00"/>
                </a:solidFill>
                <a:latin typeface="Calibri" pitchFamily="34" charset="0"/>
                <a:ea typeface="Calibri" pitchFamily="34" charset="-122"/>
                <a:cs typeface="Calibri" pitchFamily="34" charset="-120"/>
              </a:rPr>
              <a:t>תשואה בחודש הבא ללא סיכון</a:t>
            </a:r>
            <a:r>
              <a:rPr lang="en-US" sz="2800" dirty="0">
                <a:solidFill>
                  <a:schemeClr val="bg1"/>
                </a:solidFill>
                <a:latin typeface="Calibri" pitchFamily="34" charset="0"/>
                <a:ea typeface="Calibri" pitchFamily="34" charset="-122"/>
                <a:cs typeface="Calibri" pitchFamily="34" charset="-120"/>
              </a:rPr>
              <a:t>,</a:t>
            </a:r>
            <a:r>
              <a:rPr lang="he-IL" sz="2800" dirty="0">
                <a:solidFill>
                  <a:schemeClr val="bg1"/>
                </a:solidFill>
                <a:latin typeface="Calibri" pitchFamily="34" charset="0"/>
                <a:ea typeface="Calibri" pitchFamily="34" charset="-122"/>
                <a:cs typeface="Calibri" pitchFamily="34" charset="-120"/>
              </a:rPr>
              <a:t> כאשר לוקחים בחשבון את </a:t>
            </a:r>
            <a:r>
              <a:rPr lang="he-IL" sz="2800" dirty="0">
                <a:solidFill>
                  <a:schemeClr val="accent6">
                    <a:lumMod val="75000"/>
                  </a:schemeClr>
                </a:solidFill>
                <a:latin typeface="Calibri" pitchFamily="34" charset="0"/>
                <a:ea typeface="Calibri" pitchFamily="34" charset="-122"/>
                <a:cs typeface="Calibri" pitchFamily="34" charset="-120"/>
              </a:rPr>
              <a:t>תנועת השוק </a:t>
            </a:r>
            <a:r>
              <a:rPr lang="he-IL" sz="2800" dirty="0">
                <a:solidFill>
                  <a:schemeClr val="bg1"/>
                </a:solidFill>
                <a:latin typeface="Calibri" pitchFamily="34" charset="0"/>
                <a:ea typeface="Calibri" pitchFamily="34" charset="-122"/>
                <a:cs typeface="Calibri" pitchFamily="34" charset="-120"/>
              </a:rPr>
              <a:t>וניכוי הריבית.</a:t>
            </a:r>
          </a:p>
          <a:p>
            <a:pPr algn="r" rtl="1"/>
            <a:r>
              <a:rPr lang="he-IL" sz="2800" dirty="0">
                <a:solidFill>
                  <a:schemeClr val="bg1"/>
                </a:solidFill>
                <a:latin typeface="Calibri" pitchFamily="34" charset="0"/>
                <a:ea typeface="Calibri" pitchFamily="34" charset="-122"/>
                <a:cs typeface="Calibri" pitchFamily="34" charset="-120"/>
              </a:rPr>
              <a:t>נראה גם את התוצאות  בחלוקות שנים.</a:t>
            </a:r>
          </a:p>
          <a:p>
            <a:pPr algn="r"/>
            <a:endParaRPr lang="en-US" sz="2000" dirty="0">
              <a:solidFill>
                <a:schemeClr val="bg1"/>
              </a:solidFill>
            </a:endParaRPr>
          </a:p>
        </p:txBody>
      </p:sp>
      <p:sp>
        <p:nvSpPr>
          <p:cNvPr id="4" name="TextBox 3">
            <a:extLst>
              <a:ext uri="{FF2B5EF4-FFF2-40B4-BE49-F238E27FC236}">
                <a16:creationId xmlns:a16="http://schemas.microsoft.com/office/drawing/2014/main" id="{5CDE2202-9C3E-C155-4A54-E235D717AA20}"/>
              </a:ext>
            </a:extLst>
          </p:cNvPr>
          <p:cNvSpPr txBox="1"/>
          <p:nvPr/>
        </p:nvSpPr>
        <p:spPr>
          <a:xfrm>
            <a:off x="8847013" y="4309868"/>
            <a:ext cx="9144000" cy="1631216"/>
          </a:xfrm>
          <a:prstGeom prst="rect">
            <a:avLst/>
          </a:prstGeom>
          <a:noFill/>
        </p:spPr>
        <p:txBody>
          <a:bodyPr wrap="square">
            <a:spAutoFit/>
          </a:bodyPr>
          <a:lstStyle/>
          <a:p>
            <a:pPr algn="r"/>
            <a:r>
              <a:rPr lang="en-US" sz="3200" dirty="0" err="1">
                <a:solidFill>
                  <a:srgbClr val="FFFF00"/>
                </a:solidFill>
              </a:rPr>
              <a:t>Exc_Stock</a:t>
            </a:r>
            <a:r>
              <a:rPr lang="en-US" sz="3200" dirty="0">
                <a:solidFill>
                  <a:srgbClr val="FFFF00"/>
                </a:solidFill>
              </a:rPr>
              <a:t> </a:t>
            </a:r>
            <a:r>
              <a:rPr lang="en-US" sz="3200" dirty="0">
                <a:solidFill>
                  <a:schemeClr val="bg1"/>
                </a:solidFill>
              </a:rPr>
              <a:t>= α + </a:t>
            </a:r>
            <a:r>
              <a:rPr lang="en-US" sz="3200" dirty="0">
                <a:solidFill>
                  <a:schemeClr val="accent6">
                    <a:lumMod val="75000"/>
                  </a:schemeClr>
                </a:solidFill>
              </a:rPr>
              <a:t>β_</a:t>
            </a:r>
            <a:r>
              <a:rPr lang="he-IL" sz="3200" dirty="0">
                <a:solidFill>
                  <a:schemeClr val="accent6">
                    <a:lumMod val="75000"/>
                  </a:schemeClr>
                </a:solidFill>
              </a:rPr>
              <a:t>1</a:t>
            </a:r>
            <a:r>
              <a:rPr lang="en-US" sz="3200" dirty="0">
                <a:solidFill>
                  <a:schemeClr val="accent6">
                    <a:lumMod val="75000"/>
                  </a:schemeClr>
                </a:solidFill>
              </a:rPr>
              <a:t>·</a:t>
            </a:r>
            <a:r>
              <a:rPr lang="en-US" sz="3200" dirty="0" err="1">
                <a:solidFill>
                  <a:schemeClr val="accent6">
                    <a:lumMod val="75000"/>
                  </a:schemeClr>
                </a:solidFill>
              </a:rPr>
              <a:t>Exc_Mkt</a:t>
            </a:r>
            <a:r>
              <a:rPr lang="en-US" sz="3200" dirty="0">
                <a:solidFill>
                  <a:schemeClr val="accent6">
                    <a:lumMod val="75000"/>
                  </a:schemeClr>
                </a:solidFill>
              </a:rPr>
              <a:t> </a:t>
            </a:r>
            <a:r>
              <a:rPr lang="en-US" sz="3200" dirty="0">
                <a:solidFill>
                  <a:schemeClr val="bg1"/>
                </a:solidFill>
              </a:rPr>
              <a:t>+ </a:t>
            </a:r>
            <a:r>
              <a:rPr lang="en-US" sz="3200" dirty="0">
                <a:solidFill>
                  <a:srgbClr val="00B0F0"/>
                </a:solidFill>
              </a:rPr>
              <a:t>β_</a:t>
            </a:r>
            <a:r>
              <a:rPr lang="he-IL" sz="3200" dirty="0">
                <a:solidFill>
                  <a:srgbClr val="00B0F0"/>
                </a:solidFill>
              </a:rPr>
              <a:t>2</a:t>
            </a:r>
            <a:r>
              <a:rPr lang="en-US" sz="3200" dirty="0">
                <a:solidFill>
                  <a:srgbClr val="00B0F0"/>
                </a:solidFill>
              </a:rPr>
              <a:t>·MOM_Z</a:t>
            </a:r>
            <a:endParaRPr lang="he-IL" sz="3200" dirty="0">
              <a:solidFill>
                <a:srgbClr val="00B0F0"/>
              </a:solidFill>
            </a:endParaRPr>
          </a:p>
          <a:p>
            <a:pPr algn="r"/>
            <a:endParaRPr lang="he-IL" sz="2800" dirty="0">
              <a:solidFill>
                <a:srgbClr val="00B0F0"/>
              </a:solidFill>
            </a:endParaRPr>
          </a:p>
          <a:p>
            <a:pPr algn="r" rtl="1"/>
            <a:r>
              <a:rPr lang="en-US" sz="2000" dirty="0" err="1">
                <a:solidFill>
                  <a:schemeClr val="bg1"/>
                </a:solidFill>
              </a:rPr>
              <a:t>Exc_Stock</a:t>
            </a:r>
            <a:r>
              <a:rPr lang="en-US" sz="2000" dirty="0">
                <a:solidFill>
                  <a:schemeClr val="bg1"/>
                </a:solidFill>
              </a:rPr>
              <a:t> = Forward Return – RF</a:t>
            </a:r>
            <a:r>
              <a:rPr lang="he-IL" sz="2000" dirty="0">
                <a:solidFill>
                  <a:schemeClr val="bg1"/>
                </a:solidFill>
              </a:rPr>
              <a:t>    תשואת מניה בחודש הבא ללא סיכון</a:t>
            </a:r>
            <a:endParaRPr lang="en-US" sz="2000" dirty="0">
              <a:solidFill>
                <a:schemeClr val="bg1"/>
              </a:solidFill>
            </a:endParaRPr>
          </a:p>
          <a:p>
            <a:pPr algn="r" rtl="1"/>
            <a:r>
              <a:rPr lang="en-US" sz="2000" dirty="0" err="1">
                <a:solidFill>
                  <a:schemeClr val="bg1"/>
                </a:solidFill>
              </a:rPr>
              <a:t>Exc</a:t>
            </a:r>
            <a:r>
              <a:rPr lang="en-US" sz="2000" dirty="0">
                <a:solidFill>
                  <a:schemeClr val="bg1"/>
                </a:solidFill>
              </a:rPr>
              <a:t> Mkt = Market Return – RF</a:t>
            </a:r>
            <a:r>
              <a:rPr lang="he-IL" sz="2000" dirty="0">
                <a:solidFill>
                  <a:schemeClr val="bg1"/>
                </a:solidFill>
              </a:rPr>
              <a:t>        תשואת השוק באותו חודש ללא סיכון</a:t>
            </a:r>
            <a:endParaRPr lang="en-US" sz="2000" dirty="0">
              <a:solidFill>
                <a:schemeClr val="bg1"/>
              </a:solidFill>
            </a:endParaRPr>
          </a:p>
        </p:txBody>
      </p:sp>
      <p:sp>
        <p:nvSpPr>
          <p:cNvPr id="10" name="Shape 3">
            <a:extLst>
              <a:ext uri="{FF2B5EF4-FFF2-40B4-BE49-F238E27FC236}">
                <a16:creationId xmlns:a16="http://schemas.microsoft.com/office/drawing/2014/main" id="{7F1631B3-AE5B-95DE-F2A2-796B552259AE}"/>
              </a:ext>
            </a:extLst>
          </p:cNvPr>
          <p:cNvSpPr/>
          <p:nvPr/>
        </p:nvSpPr>
        <p:spPr>
          <a:xfrm>
            <a:off x="617935" y="2608803"/>
            <a:ext cx="8232604" cy="6713222"/>
          </a:xfrm>
          <a:prstGeom prst="rect">
            <a:avLst/>
          </a:prstGeom>
          <a:solidFill>
            <a:srgbClr val="112233"/>
          </a:solidFill>
          <a:ln w="12700">
            <a:solidFill>
              <a:srgbClr val="00BCD4"/>
            </a:solidFill>
            <a:prstDash val="solid"/>
          </a:ln>
        </p:spPr>
        <p:txBody>
          <a:bodyPr/>
          <a:lstStyle/>
          <a:p>
            <a:pPr algn="r"/>
            <a:r>
              <a:rPr lang="he-IL" sz="3000" dirty="0">
                <a:solidFill>
                  <a:schemeClr val="bg1"/>
                </a:solidFill>
              </a:rPr>
              <a:t>אלפא: מייצג את התשואה העודפת של המניה (מעבר לריבית חסרת הסיכון) שאינה מוסברת על ידי תנועות השוק או על ידי אפקט המומנטום</a:t>
            </a:r>
          </a:p>
          <a:p>
            <a:pPr algn="r"/>
            <a:endParaRPr lang="he-IL" sz="3000" dirty="0">
              <a:solidFill>
                <a:schemeClr val="bg1"/>
              </a:solidFill>
            </a:endParaRPr>
          </a:p>
          <a:p>
            <a:pPr algn="r" rtl="1"/>
            <a:r>
              <a:rPr lang="he-IL" sz="3000" dirty="0">
                <a:solidFill>
                  <a:schemeClr val="bg1"/>
                </a:solidFill>
              </a:rPr>
              <a:t>בטא 1:מייצג רגישות לתנועות השוק. מראה בכמה אחוזים תשתנה תשואת המניה על כל שינוי של 1% בתשואת השוק</a:t>
            </a:r>
            <a:r>
              <a:rPr lang="en-US" sz="3000" dirty="0">
                <a:solidFill>
                  <a:schemeClr val="bg1"/>
                </a:solidFill>
              </a:rPr>
              <a:t>.</a:t>
            </a:r>
            <a:endParaRPr lang="he-IL" sz="3000" dirty="0">
              <a:solidFill>
                <a:schemeClr val="bg1"/>
              </a:solidFill>
            </a:endParaRPr>
          </a:p>
          <a:p>
            <a:pPr algn="r"/>
            <a:endParaRPr lang="he-IL" sz="3000" dirty="0">
              <a:solidFill>
                <a:schemeClr val="bg1"/>
              </a:solidFill>
            </a:endParaRPr>
          </a:p>
          <a:p>
            <a:pPr algn="r" rtl="1"/>
            <a:r>
              <a:rPr lang="he-IL" sz="3000" dirty="0">
                <a:solidFill>
                  <a:schemeClr val="bg1"/>
                </a:solidFill>
              </a:rPr>
              <a:t>בטא 2: מייצג בכמה תעלה </a:t>
            </a:r>
            <a:r>
              <a:rPr lang="he-IL" sz="3000" dirty="0">
                <a:solidFill>
                  <a:srgbClr val="FFFF00"/>
                </a:solidFill>
              </a:rPr>
              <a:t>תשואה בחודש הבא </a:t>
            </a:r>
            <a:r>
              <a:rPr lang="he-IL" sz="3000" dirty="0">
                <a:solidFill>
                  <a:schemeClr val="tx2">
                    <a:lumMod val="60000"/>
                    <a:lumOff val="40000"/>
                  </a:schemeClr>
                </a:solidFill>
              </a:rPr>
              <a:t>לכל +1 בציון</a:t>
            </a:r>
            <a:r>
              <a:rPr lang="en-US" sz="3000" dirty="0">
                <a:solidFill>
                  <a:schemeClr val="tx2">
                    <a:lumMod val="60000"/>
                    <a:lumOff val="40000"/>
                  </a:schemeClr>
                </a:solidFill>
              </a:rPr>
              <a:t> </a:t>
            </a:r>
            <a:r>
              <a:rPr lang="he-IL" sz="3000" dirty="0">
                <a:solidFill>
                  <a:schemeClr val="tx2">
                    <a:lumMod val="60000"/>
                    <a:lumOff val="40000"/>
                  </a:schemeClr>
                </a:solidFill>
              </a:rPr>
              <a:t> המומנטום</a:t>
            </a:r>
            <a:r>
              <a:rPr lang="en-US" sz="3000" dirty="0">
                <a:solidFill>
                  <a:schemeClr val="bg1"/>
                </a:solidFill>
              </a:rPr>
              <a:t>,</a:t>
            </a:r>
            <a:r>
              <a:rPr lang="he-IL" sz="3000" dirty="0">
                <a:solidFill>
                  <a:schemeClr val="bg1"/>
                </a:solidFill>
              </a:rPr>
              <a:t> </a:t>
            </a:r>
            <a:r>
              <a:rPr lang="he-IL" sz="3200" dirty="0">
                <a:solidFill>
                  <a:schemeClr val="bg1"/>
                </a:solidFill>
              </a:rPr>
              <a:t>לדוגמא אם היא שווה ל</a:t>
            </a:r>
            <a:r>
              <a:rPr lang="en-US" sz="3200" dirty="0">
                <a:solidFill>
                  <a:schemeClr val="bg1"/>
                </a:solidFill>
              </a:rPr>
              <a:t>0.02 </a:t>
            </a:r>
            <a:r>
              <a:rPr lang="he-IL" sz="3200" dirty="0">
                <a:solidFill>
                  <a:schemeClr val="bg1"/>
                </a:solidFill>
              </a:rPr>
              <a:t> </a:t>
            </a:r>
            <a:r>
              <a:rPr lang="en-US" sz="3200" dirty="0" err="1">
                <a:solidFill>
                  <a:schemeClr val="bg1"/>
                </a:solidFill>
              </a:rPr>
              <a:t>זה</a:t>
            </a:r>
            <a:r>
              <a:rPr lang="en-US" sz="3200" dirty="0">
                <a:solidFill>
                  <a:schemeClr val="bg1"/>
                </a:solidFill>
              </a:rPr>
              <a:t> </a:t>
            </a:r>
            <a:r>
              <a:rPr lang="en-US" sz="3200" dirty="0" err="1">
                <a:solidFill>
                  <a:schemeClr val="bg1"/>
                </a:solidFill>
              </a:rPr>
              <a:t>אומר</a:t>
            </a:r>
            <a:r>
              <a:rPr lang="en-US" sz="3200" dirty="0">
                <a:solidFill>
                  <a:schemeClr val="bg1"/>
                </a:solidFill>
              </a:rPr>
              <a:t> </a:t>
            </a:r>
            <a:r>
              <a:rPr lang="en-US" sz="3200" dirty="0" err="1">
                <a:solidFill>
                  <a:schemeClr val="bg1"/>
                </a:solidFill>
              </a:rPr>
              <a:t>שעל</a:t>
            </a:r>
            <a:r>
              <a:rPr lang="en-US" sz="3200" dirty="0">
                <a:solidFill>
                  <a:schemeClr val="bg1"/>
                </a:solidFill>
              </a:rPr>
              <a:t> </a:t>
            </a:r>
            <a:r>
              <a:rPr lang="en-US" sz="3200" dirty="0" err="1">
                <a:solidFill>
                  <a:schemeClr val="bg1"/>
                </a:solidFill>
              </a:rPr>
              <a:t>כל</a:t>
            </a:r>
            <a:r>
              <a:rPr lang="en-US" sz="3200" dirty="0">
                <a:solidFill>
                  <a:schemeClr val="bg1"/>
                </a:solidFill>
              </a:rPr>
              <a:t> "</a:t>
            </a:r>
            <a:r>
              <a:rPr lang="en-US" sz="3200" dirty="0" err="1">
                <a:solidFill>
                  <a:schemeClr val="tx2">
                    <a:lumMod val="60000"/>
                    <a:lumOff val="40000"/>
                  </a:schemeClr>
                </a:solidFill>
              </a:rPr>
              <a:t>נקודת</a:t>
            </a:r>
            <a:r>
              <a:rPr lang="en-US" sz="3200" dirty="0">
                <a:solidFill>
                  <a:schemeClr val="tx2">
                    <a:lumMod val="60000"/>
                    <a:lumOff val="40000"/>
                  </a:schemeClr>
                </a:solidFill>
              </a:rPr>
              <a:t> </a:t>
            </a:r>
            <a:r>
              <a:rPr lang="en-US" sz="3200" dirty="0" err="1">
                <a:solidFill>
                  <a:schemeClr val="tx2">
                    <a:lumMod val="60000"/>
                    <a:lumOff val="40000"/>
                  </a:schemeClr>
                </a:solidFill>
              </a:rPr>
              <a:t>ציון</a:t>
            </a:r>
            <a:r>
              <a:rPr lang="en-US" sz="3200" dirty="0" err="1">
                <a:solidFill>
                  <a:schemeClr val="bg1"/>
                </a:solidFill>
              </a:rPr>
              <a:t>“אחת</a:t>
            </a:r>
            <a:r>
              <a:rPr lang="en-US" sz="3200" dirty="0">
                <a:solidFill>
                  <a:schemeClr val="bg1"/>
                </a:solidFill>
              </a:rPr>
              <a:t> </a:t>
            </a:r>
            <a:r>
              <a:rPr lang="en-US" sz="3200" dirty="0" err="1">
                <a:solidFill>
                  <a:schemeClr val="bg1"/>
                </a:solidFill>
              </a:rPr>
              <a:t>של</a:t>
            </a:r>
            <a:r>
              <a:rPr lang="en-US" sz="3200" dirty="0">
                <a:solidFill>
                  <a:schemeClr val="bg1"/>
                </a:solidFill>
              </a:rPr>
              <a:t> </a:t>
            </a:r>
            <a:r>
              <a:rPr lang="en-US" sz="3200" dirty="0" err="1">
                <a:solidFill>
                  <a:schemeClr val="bg1"/>
                </a:solidFill>
              </a:rPr>
              <a:t>מומנטום</a:t>
            </a:r>
            <a:r>
              <a:rPr lang="en-US" sz="3200" dirty="0">
                <a:solidFill>
                  <a:schemeClr val="bg1"/>
                </a:solidFill>
              </a:rPr>
              <a:t> </a:t>
            </a:r>
            <a:r>
              <a:rPr lang="en-US" sz="3200" dirty="0" err="1">
                <a:solidFill>
                  <a:schemeClr val="bg1"/>
                </a:solidFill>
              </a:rPr>
              <a:t>שיש</a:t>
            </a:r>
            <a:r>
              <a:rPr lang="en-US" sz="3200" dirty="0">
                <a:solidFill>
                  <a:schemeClr val="bg1"/>
                </a:solidFill>
              </a:rPr>
              <a:t> </a:t>
            </a:r>
            <a:r>
              <a:rPr lang="en-US" sz="3200" dirty="0" err="1">
                <a:solidFill>
                  <a:schemeClr val="bg1"/>
                </a:solidFill>
              </a:rPr>
              <a:t>למניה</a:t>
            </a:r>
            <a:r>
              <a:rPr lang="en-US" sz="3200" dirty="0">
                <a:solidFill>
                  <a:schemeClr val="bg1"/>
                </a:solidFill>
              </a:rPr>
              <a:t>, </a:t>
            </a:r>
            <a:r>
              <a:rPr lang="en-US" sz="3200" dirty="0" err="1">
                <a:solidFill>
                  <a:schemeClr val="bg1"/>
                </a:solidFill>
              </a:rPr>
              <a:t>התשואה</a:t>
            </a:r>
            <a:r>
              <a:rPr lang="en-US" sz="3200" dirty="0">
                <a:solidFill>
                  <a:schemeClr val="bg1"/>
                </a:solidFill>
              </a:rPr>
              <a:t> </a:t>
            </a:r>
            <a:r>
              <a:rPr lang="en-US" sz="3200" dirty="0" err="1">
                <a:solidFill>
                  <a:srgbClr val="FFFF00"/>
                </a:solidFill>
              </a:rPr>
              <a:t>הצפויה</a:t>
            </a:r>
            <a:r>
              <a:rPr lang="en-US" sz="3200" dirty="0">
                <a:solidFill>
                  <a:srgbClr val="FFFF00"/>
                </a:solidFill>
              </a:rPr>
              <a:t> </a:t>
            </a:r>
            <a:r>
              <a:rPr lang="en-US" sz="3200" dirty="0" err="1">
                <a:solidFill>
                  <a:srgbClr val="FFFF00"/>
                </a:solidFill>
              </a:rPr>
              <a:t>שלה</a:t>
            </a:r>
            <a:r>
              <a:rPr lang="en-US" sz="3200" dirty="0">
                <a:solidFill>
                  <a:srgbClr val="FFFF00"/>
                </a:solidFill>
              </a:rPr>
              <a:t> </a:t>
            </a:r>
            <a:r>
              <a:rPr lang="en-US" sz="3200" dirty="0" err="1">
                <a:solidFill>
                  <a:srgbClr val="FFFF00"/>
                </a:solidFill>
              </a:rPr>
              <a:t>בחודש</a:t>
            </a:r>
            <a:r>
              <a:rPr lang="en-US" sz="3200" dirty="0">
                <a:solidFill>
                  <a:srgbClr val="FFFF00"/>
                </a:solidFill>
              </a:rPr>
              <a:t> </a:t>
            </a:r>
            <a:r>
              <a:rPr lang="en-US" sz="3200" dirty="0" err="1">
                <a:solidFill>
                  <a:srgbClr val="FFFF00"/>
                </a:solidFill>
              </a:rPr>
              <a:t>הבא</a:t>
            </a:r>
            <a:r>
              <a:rPr lang="en-US" sz="3200" dirty="0">
                <a:solidFill>
                  <a:srgbClr val="FFFF00"/>
                </a:solidFill>
              </a:rPr>
              <a:t> </a:t>
            </a:r>
            <a:r>
              <a:rPr lang="en-US" sz="3200" dirty="0" err="1">
                <a:solidFill>
                  <a:srgbClr val="FFFF00"/>
                </a:solidFill>
              </a:rPr>
              <a:t>גדלה</a:t>
            </a:r>
            <a:r>
              <a:rPr lang="en-US" sz="3200" dirty="0">
                <a:solidFill>
                  <a:srgbClr val="FFFF00"/>
                </a:solidFill>
              </a:rPr>
              <a:t> ב2%.</a:t>
            </a:r>
            <a:endParaRPr lang="en-US" sz="3000" dirty="0">
              <a:solidFill>
                <a:srgbClr val="FFFF00"/>
              </a:solidFill>
            </a:endParaRPr>
          </a:p>
        </p:txBody>
      </p:sp>
      <p:pic>
        <p:nvPicPr>
          <p:cNvPr id="18" name="Picture 17" descr="The image displays a section of a stock market ticker or financial data sheet, showing various statistics and figures such as return percentages, market trends, and a date, without any visual content.&#10;&#10;AI-generated content may be incorrect.">
            <a:extLst>
              <a:ext uri="{FF2B5EF4-FFF2-40B4-BE49-F238E27FC236}">
                <a16:creationId xmlns:a16="http://schemas.microsoft.com/office/drawing/2014/main" id="{72D5BA33-81B5-6109-A5E7-7FBA13798FA7}"/>
              </a:ext>
            </a:extLst>
          </p:cNvPr>
          <p:cNvPicPr>
            <a:picLocks noChangeAspect="1"/>
          </p:cNvPicPr>
          <p:nvPr/>
        </p:nvPicPr>
        <p:blipFill>
          <a:blip r:embed="rId4"/>
          <a:stretch>
            <a:fillRect/>
          </a:stretch>
        </p:blipFill>
        <p:spPr>
          <a:xfrm>
            <a:off x="-1" y="83280"/>
            <a:ext cx="18288001" cy="1453972"/>
          </a:xfrm>
          <a:prstGeom prst="rect">
            <a:avLst/>
          </a:prstGeom>
        </p:spPr>
      </p:pic>
    </p:spTree>
    <p:extLst>
      <p:ext uri="{BB962C8B-B14F-4D97-AF65-F5344CB8AC3E}">
        <p14:creationId xmlns:p14="http://schemas.microsoft.com/office/powerpoint/2010/main" val="73754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4AEBFFD6-202B-BDAD-8C84-D66A5866B0BD}"/>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D13A09CA-7553-AA1F-A18B-283B604A2EC3}"/>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AF3EFAD7-D566-198A-29DC-B6F121A90129}"/>
              </a:ext>
            </a:extLst>
          </p:cNvPr>
          <p:cNvSpPr txBox="1"/>
          <p:nvPr/>
        </p:nvSpPr>
        <p:spPr>
          <a:xfrm>
            <a:off x="3124200" y="0"/>
            <a:ext cx="12573000" cy="923330"/>
          </a:xfrm>
          <a:prstGeom prst="rect">
            <a:avLst/>
          </a:prstGeom>
          <a:noFill/>
        </p:spPr>
        <p:txBody>
          <a:bodyPr wrap="square" rtlCol="0">
            <a:spAutoFit/>
          </a:bodyPr>
          <a:lstStyle/>
          <a:p>
            <a:pPr algn="ctr" rtl="1"/>
            <a:r>
              <a:rPr lang="he-IL" sz="5400" dirty="0">
                <a:solidFill>
                  <a:srgbClr val="00B050"/>
                </a:solidFill>
              </a:rPr>
              <a:t>תוצאות רגרסיה כל האזורים 2005-2025</a:t>
            </a:r>
            <a:endParaRPr lang="en-US" sz="5400" dirty="0">
              <a:solidFill>
                <a:srgbClr val="00B050"/>
              </a:solidFill>
            </a:endParaRPr>
          </a:p>
        </p:txBody>
      </p:sp>
      <p:grpSp>
        <p:nvGrpSpPr>
          <p:cNvPr id="4" name="Group 3">
            <a:extLst>
              <a:ext uri="{FF2B5EF4-FFF2-40B4-BE49-F238E27FC236}">
                <a16:creationId xmlns:a16="http://schemas.microsoft.com/office/drawing/2014/main" id="{047ACA8D-31D9-CBF9-33C2-6625685FDE02}"/>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8A3ACEC5-86A2-2E10-1F16-333FC2CF52FA}"/>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DA69B52F-6C78-4854-4898-FF0DC1B7DE50}"/>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21" name="Table 20">
            <a:extLst>
              <a:ext uri="{FF2B5EF4-FFF2-40B4-BE49-F238E27FC236}">
                <a16:creationId xmlns:a16="http://schemas.microsoft.com/office/drawing/2014/main" id="{B251D3B5-9027-E391-97A9-BD2A54FB71C0}"/>
              </a:ext>
            </a:extLst>
          </p:cNvPr>
          <p:cNvGraphicFramePr>
            <a:graphicFrameLocks noGrp="1"/>
          </p:cNvGraphicFramePr>
          <p:nvPr>
            <p:extLst>
              <p:ext uri="{D42A27DB-BD31-4B8C-83A1-F6EECF244321}">
                <p14:modId xmlns:p14="http://schemas.microsoft.com/office/powerpoint/2010/main" val="1367121954"/>
              </p:ext>
            </p:extLst>
          </p:nvPr>
        </p:nvGraphicFramePr>
        <p:xfrm>
          <a:off x="1219200" y="1337725"/>
          <a:ext cx="16230599" cy="8229600"/>
        </p:xfrm>
        <a:graphic>
          <a:graphicData uri="http://schemas.openxmlformats.org/drawingml/2006/table">
            <a:tbl>
              <a:tblPr/>
              <a:tblGrid>
                <a:gridCol w="8120215">
                  <a:extLst>
                    <a:ext uri="{9D8B030D-6E8A-4147-A177-3AD203B41FA5}">
                      <a16:colId xmlns:a16="http://schemas.microsoft.com/office/drawing/2014/main" val="4169264873"/>
                    </a:ext>
                  </a:extLst>
                </a:gridCol>
                <a:gridCol w="4055192">
                  <a:extLst>
                    <a:ext uri="{9D8B030D-6E8A-4147-A177-3AD203B41FA5}">
                      <a16:colId xmlns:a16="http://schemas.microsoft.com/office/drawing/2014/main" val="1755161715"/>
                    </a:ext>
                  </a:extLst>
                </a:gridCol>
                <a:gridCol w="4055192">
                  <a:extLst>
                    <a:ext uri="{9D8B030D-6E8A-4147-A177-3AD203B41FA5}">
                      <a16:colId xmlns:a16="http://schemas.microsoft.com/office/drawing/2014/main" val="3580303276"/>
                    </a:ext>
                  </a:extLst>
                </a:gridCol>
              </a:tblGrid>
              <a:tr h="2057400">
                <a:tc>
                  <a:txBody>
                    <a:bodyPr/>
                    <a:lstStyle/>
                    <a:p>
                      <a:pPr algn="ctr" rtl="0"/>
                      <a:r>
                        <a:rPr lang="en-US" sz="4000" b="1" dirty="0">
                          <a:solidFill>
                            <a:srgbClr val="FFFFFF"/>
                          </a:solidFill>
                        </a:rPr>
                        <a:t>FULL SAMPLE CAPM REGRESSION</a:t>
                      </a:r>
                      <a:endParaRPr sz="4000" b="1" dirty="0">
                        <a:solidFill>
                          <a:srgbClr val="FFFFFF"/>
                        </a:solidFill>
                      </a:endParaRPr>
                    </a:p>
                  </a:txBody>
                  <a:tcPr marL="40000" marR="40000" marT="30000" marB="30000" anchor="ctr">
                    <a:solidFill>
                      <a:srgbClr val="004D5C"/>
                    </a:solidFill>
                  </a:tcPr>
                </a:tc>
                <a:tc>
                  <a:txBody>
                    <a:bodyPr/>
                    <a:lstStyle/>
                    <a:p>
                      <a:pPr algn="ctr" rtl="1"/>
                      <a:r>
                        <a:rPr sz="4400" b="1" dirty="0">
                          <a:solidFill>
                            <a:srgbClr val="FFFFFF"/>
                          </a:solidFill>
                        </a:rPr>
                        <a:t>USA</a:t>
                      </a:r>
                    </a:p>
                  </a:txBody>
                  <a:tcPr marL="40000" marR="40000" marT="30000" marB="30000" anchor="ctr">
                    <a:solidFill>
                      <a:srgbClr val="004D5C"/>
                    </a:solidFill>
                  </a:tcPr>
                </a:tc>
                <a:tc>
                  <a:txBody>
                    <a:bodyPr/>
                    <a:lstStyle/>
                    <a:p>
                      <a:pPr algn="ctr" rtl="1"/>
                      <a:r>
                        <a:rPr sz="4400" b="1" dirty="0">
                          <a:solidFill>
                            <a:srgbClr val="FFFFFF"/>
                          </a:solidFill>
                        </a:rPr>
                        <a:t>Europe</a:t>
                      </a:r>
                    </a:p>
                  </a:txBody>
                  <a:tcPr marL="40000" marR="40000" marT="30000" marB="30000" anchor="ctr">
                    <a:solidFill>
                      <a:srgbClr val="004D5C"/>
                    </a:solidFill>
                  </a:tcPr>
                </a:tc>
                <a:extLst>
                  <a:ext uri="{0D108BD9-81ED-4DB2-BD59-A6C34878D82A}">
                    <a16:rowId xmlns:a16="http://schemas.microsoft.com/office/drawing/2014/main" val="2673227800"/>
                  </a:ext>
                </a:extLst>
              </a:tr>
              <a:tr h="2057400">
                <a:tc>
                  <a:txBody>
                    <a:bodyPr/>
                    <a:lstStyle/>
                    <a:p>
                      <a:pPr algn="ctr" rtl="1"/>
                      <a:r>
                        <a:rPr lang="en-US" sz="5400" b="1" dirty="0">
                          <a:solidFill>
                            <a:srgbClr val="00BCD4"/>
                          </a:solidFill>
                        </a:rPr>
                        <a:t>ALPAH</a:t>
                      </a:r>
                      <a:endParaRPr sz="5400" b="1" dirty="0">
                        <a:solidFill>
                          <a:srgbClr val="00BCD4"/>
                        </a:solidFill>
                      </a:endParaRPr>
                    </a:p>
                  </a:txBody>
                  <a:tcPr marL="40000" marR="40000" marT="30000" marB="30000" anchor="ctr">
                    <a:solidFill>
                      <a:srgbClr val="112233"/>
                    </a:solidFill>
                  </a:tcPr>
                </a:tc>
                <a:tc>
                  <a:txBody>
                    <a:bodyPr/>
                    <a:lstStyle/>
                    <a:p>
                      <a:pPr algn="ctr" rtl="1"/>
                      <a:r>
                        <a:rPr sz="3600" b="0" dirty="0">
                          <a:solidFill>
                            <a:srgbClr val="FFFFFF"/>
                          </a:solidFill>
                        </a:rPr>
                        <a:t>0.0040  (p=0.000)</a:t>
                      </a:r>
                    </a:p>
                  </a:txBody>
                  <a:tcPr marL="40000" marR="40000" marT="30000" marB="30000" anchor="ctr">
                    <a:solidFill>
                      <a:srgbClr val="112233"/>
                    </a:solidFill>
                  </a:tcPr>
                </a:tc>
                <a:tc>
                  <a:txBody>
                    <a:bodyPr/>
                    <a:lstStyle/>
                    <a:p>
                      <a:pPr algn="ctr" rtl="1"/>
                      <a:r>
                        <a:rPr sz="3600" b="0" dirty="0">
                          <a:solidFill>
                            <a:srgbClr val="FFFFFF"/>
                          </a:solidFill>
                        </a:rPr>
                        <a:t>0.0059  (p=0.000)</a:t>
                      </a:r>
                    </a:p>
                  </a:txBody>
                  <a:tcPr marL="40000" marR="40000" marT="30000" marB="30000" anchor="ctr">
                    <a:solidFill>
                      <a:srgbClr val="112233"/>
                    </a:solidFill>
                  </a:tcPr>
                </a:tc>
                <a:extLst>
                  <a:ext uri="{0D108BD9-81ED-4DB2-BD59-A6C34878D82A}">
                    <a16:rowId xmlns:a16="http://schemas.microsoft.com/office/drawing/2014/main" val="2867375106"/>
                  </a:ext>
                </a:extLst>
              </a:tr>
              <a:tr h="2057400">
                <a:tc>
                  <a:txBody>
                    <a:bodyPr/>
                    <a:lstStyle/>
                    <a:p>
                      <a:pPr algn="ctr" rtl="1"/>
                      <a:r>
                        <a:rPr lang="en-US" sz="5400" b="1" dirty="0">
                          <a:solidFill>
                            <a:srgbClr val="00BCD4"/>
                          </a:solidFill>
                        </a:rPr>
                        <a:t>BETA MARKET</a:t>
                      </a:r>
                      <a:endParaRPr sz="5400" b="1" dirty="0">
                        <a:solidFill>
                          <a:srgbClr val="00BCD4"/>
                        </a:solidFill>
                      </a:endParaRPr>
                    </a:p>
                  </a:txBody>
                  <a:tcPr marL="40000" marR="40000" marT="30000" marB="30000" anchor="ctr">
                    <a:solidFill>
                      <a:srgbClr val="182835"/>
                    </a:solidFill>
                  </a:tcPr>
                </a:tc>
                <a:tc>
                  <a:txBody>
                    <a:bodyPr/>
                    <a:lstStyle/>
                    <a:p>
                      <a:pPr algn="ctr" rtl="1"/>
                      <a:r>
                        <a:rPr lang="he-IL" sz="3600" b="0" dirty="0">
                          <a:solidFill>
                            <a:srgbClr val="FFFFFF"/>
                          </a:solidFill>
                        </a:rPr>
                        <a:t>1.046</a:t>
                      </a:r>
                      <a:endParaRPr sz="3600" b="0" dirty="0">
                        <a:solidFill>
                          <a:srgbClr val="FFFFFF"/>
                        </a:solidFill>
                      </a:endParaRPr>
                    </a:p>
                  </a:txBody>
                  <a:tcPr marL="40000" marR="40000" marT="30000" marB="30000" anchor="ctr">
                    <a:solidFill>
                      <a:srgbClr val="182835"/>
                    </a:solidFill>
                  </a:tcPr>
                </a:tc>
                <a:tc>
                  <a:txBody>
                    <a:bodyPr/>
                    <a:lstStyle/>
                    <a:p>
                      <a:pPr algn="ctr" rtl="1"/>
                      <a:r>
                        <a:rPr sz="3600" b="0" dirty="0">
                          <a:solidFill>
                            <a:srgbClr val="FFFFFF"/>
                          </a:solidFill>
                        </a:rPr>
                        <a:t>0.9986</a:t>
                      </a:r>
                    </a:p>
                  </a:txBody>
                  <a:tcPr marL="40000" marR="40000" marT="30000" marB="30000" anchor="ctr">
                    <a:solidFill>
                      <a:srgbClr val="182835"/>
                    </a:solidFill>
                  </a:tcPr>
                </a:tc>
                <a:extLst>
                  <a:ext uri="{0D108BD9-81ED-4DB2-BD59-A6C34878D82A}">
                    <a16:rowId xmlns:a16="http://schemas.microsoft.com/office/drawing/2014/main" val="4290896676"/>
                  </a:ext>
                </a:extLst>
              </a:tr>
              <a:tr h="2057400">
                <a:tc>
                  <a:txBody>
                    <a:bodyPr/>
                    <a:lstStyle/>
                    <a:p>
                      <a:pPr algn="ctr" rtl="0"/>
                      <a:r>
                        <a:rPr lang="en-US" sz="5400" b="1" dirty="0">
                          <a:solidFill>
                            <a:srgbClr val="00BCD4"/>
                          </a:solidFill>
                        </a:rPr>
                        <a:t>beta </a:t>
                      </a:r>
                      <a:r>
                        <a:rPr lang="en-US" sz="5400" b="1" dirty="0" err="1">
                          <a:solidFill>
                            <a:srgbClr val="00BCD4"/>
                          </a:solidFill>
                        </a:rPr>
                        <a:t>Z_</a:t>
                      </a:r>
                      <a:r>
                        <a:rPr sz="5400" b="1" dirty="0" err="1">
                          <a:solidFill>
                            <a:srgbClr val="00BCD4"/>
                          </a:solidFill>
                        </a:rPr>
                        <a:t>Mo</a:t>
                      </a:r>
                      <a:r>
                        <a:rPr lang="en-US" sz="5400" b="1" dirty="0" err="1">
                          <a:solidFill>
                            <a:srgbClr val="00BCD4"/>
                          </a:solidFill>
                        </a:rPr>
                        <a:t>m</a:t>
                      </a:r>
                      <a:endParaRPr sz="5400" b="1" dirty="0">
                        <a:solidFill>
                          <a:srgbClr val="00BCD4"/>
                        </a:solidFill>
                      </a:endParaRPr>
                    </a:p>
                  </a:txBody>
                  <a:tcPr marL="40000" marR="40000" marT="30000" marB="30000" anchor="ctr">
                    <a:solidFill>
                      <a:srgbClr val="182835"/>
                    </a:solidFill>
                  </a:tcPr>
                </a:tc>
                <a:tc>
                  <a:txBody>
                    <a:bodyPr/>
                    <a:lstStyle/>
                    <a:p>
                      <a:pPr algn="ctr" rtl="1"/>
                      <a:r>
                        <a:rPr sz="3600" b="0" dirty="0">
                          <a:solidFill>
                            <a:srgbClr val="FFFF00"/>
                          </a:solidFill>
                        </a:rPr>
                        <a:t>0.000</a:t>
                      </a:r>
                      <a:r>
                        <a:rPr lang="en-US" sz="3600" b="0" dirty="0">
                          <a:solidFill>
                            <a:srgbClr val="FFFF00"/>
                          </a:solidFill>
                        </a:rPr>
                        <a:t>4</a:t>
                      </a:r>
                      <a:r>
                        <a:rPr sz="3600" b="0" dirty="0">
                          <a:solidFill>
                            <a:srgbClr val="FFFF00"/>
                          </a:solidFill>
                        </a:rPr>
                        <a:t>  (p=0.</a:t>
                      </a:r>
                      <a:r>
                        <a:rPr lang="en-US" sz="3600" b="0" dirty="0">
                          <a:solidFill>
                            <a:srgbClr val="FFFF00"/>
                          </a:solidFill>
                        </a:rPr>
                        <a:t>0</a:t>
                      </a:r>
                      <a:r>
                        <a:rPr sz="3600" b="0" dirty="0">
                          <a:solidFill>
                            <a:srgbClr val="FFFF00"/>
                          </a:solidFill>
                        </a:rPr>
                        <a:t>6</a:t>
                      </a:r>
                      <a:r>
                        <a:rPr lang="en-US" sz="3600" b="0" dirty="0">
                          <a:solidFill>
                            <a:srgbClr val="FFFF00"/>
                          </a:solidFill>
                        </a:rPr>
                        <a:t>7</a:t>
                      </a:r>
                      <a:r>
                        <a:rPr sz="3600" b="0" dirty="0">
                          <a:solidFill>
                            <a:srgbClr val="FFFF00"/>
                          </a:solidFill>
                        </a:rPr>
                        <a:t>)</a:t>
                      </a:r>
                    </a:p>
                  </a:txBody>
                  <a:tcPr marL="40000" marR="40000" marT="30000" marB="30000" anchor="ctr">
                    <a:solidFill>
                      <a:srgbClr val="182835"/>
                    </a:solidFill>
                  </a:tcPr>
                </a:tc>
                <a:tc>
                  <a:txBody>
                    <a:bodyPr/>
                    <a:lstStyle/>
                    <a:p>
                      <a:pPr algn="ctr" rtl="1"/>
                      <a:r>
                        <a:rPr sz="3600" b="0" dirty="0">
                          <a:solidFill>
                            <a:srgbClr val="00B050"/>
                          </a:solidFill>
                        </a:rPr>
                        <a:t>0.0025  (p=0.000)</a:t>
                      </a:r>
                    </a:p>
                  </a:txBody>
                  <a:tcPr marL="40000" marR="40000" marT="30000" marB="30000" anchor="ctr">
                    <a:solidFill>
                      <a:srgbClr val="182835"/>
                    </a:solidFill>
                  </a:tcPr>
                </a:tc>
                <a:extLst>
                  <a:ext uri="{0D108BD9-81ED-4DB2-BD59-A6C34878D82A}">
                    <a16:rowId xmlns:a16="http://schemas.microsoft.com/office/drawing/2014/main" val="957718233"/>
                  </a:ext>
                </a:extLst>
              </a:tr>
            </a:tbl>
          </a:graphicData>
        </a:graphic>
      </p:graphicFrame>
    </p:spTree>
    <p:extLst>
      <p:ext uri="{BB962C8B-B14F-4D97-AF65-F5344CB8AC3E}">
        <p14:creationId xmlns:p14="http://schemas.microsoft.com/office/powerpoint/2010/main" val="2277270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03B534C8-77BE-A552-F8FD-561CEAE5FDAE}"/>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CE19E751-D9AA-6539-4EAE-72E8D7CAA417}"/>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18518EDB-E1E8-54C6-4683-7F5688786961}"/>
              </a:ext>
            </a:extLst>
          </p:cNvPr>
          <p:cNvSpPr txBox="1"/>
          <p:nvPr/>
        </p:nvSpPr>
        <p:spPr>
          <a:xfrm>
            <a:off x="228600" y="70065"/>
            <a:ext cx="16764000" cy="1323439"/>
          </a:xfrm>
          <a:prstGeom prst="rect">
            <a:avLst/>
          </a:prstGeom>
          <a:noFill/>
        </p:spPr>
        <p:txBody>
          <a:bodyPr wrap="square" rtlCol="0">
            <a:spAutoFit/>
          </a:bodyPr>
          <a:lstStyle/>
          <a:p>
            <a:pPr algn="r"/>
            <a:r>
              <a:rPr lang="he-IL" sz="8000" dirty="0">
                <a:solidFill>
                  <a:srgbClr val="00B050"/>
                </a:solidFill>
              </a:rPr>
              <a:t>תוצאות רגרסיה חלוקת שנים ארה"ב</a:t>
            </a:r>
            <a:endParaRPr lang="en-US" sz="5400" dirty="0">
              <a:solidFill>
                <a:srgbClr val="00B050"/>
              </a:solidFill>
            </a:endParaRPr>
          </a:p>
        </p:txBody>
      </p:sp>
      <p:grpSp>
        <p:nvGrpSpPr>
          <p:cNvPr id="4" name="Group 3">
            <a:extLst>
              <a:ext uri="{FF2B5EF4-FFF2-40B4-BE49-F238E27FC236}">
                <a16:creationId xmlns:a16="http://schemas.microsoft.com/office/drawing/2014/main" id="{44297816-21FA-615F-7624-F8CF8E4C67F6}"/>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8CA6348A-4D2B-BE2F-55F2-FA488EC6D2C0}"/>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66949B9C-31E7-8148-1334-ED54C121A4AC}"/>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8" name="Table 7">
            <a:extLst>
              <a:ext uri="{FF2B5EF4-FFF2-40B4-BE49-F238E27FC236}">
                <a16:creationId xmlns:a16="http://schemas.microsoft.com/office/drawing/2014/main" id="{B55EAC4C-90DE-7C07-2059-DBB7C63A7841}"/>
              </a:ext>
            </a:extLst>
          </p:cNvPr>
          <p:cNvGraphicFramePr>
            <a:graphicFrameLocks noGrp="1"/>
          </p:cNvGraphicFramePr>
          <p:nvPr>
            <p:extLst>
              <p:ext uri="{D42A27DB-BD31-4B8C-83A1-F6EECF244321}">
                <p14:modId xmlns:p14="http://schemas.microsoft.com/office/powerpoint/2010/main" val="1296062668"/>
              </p:ext>
            </p:extLst>
          </p:nvPr>
        </p:nvGraphicFramePr>
        <p:xfrm>
          <a:off x="1219200" y="1323438"/>
          <a:ext cx="16230600" cy="8229600"/>
        </p:xfrm>
        <a:graphic>
          <a:graphicData uri="http://schemas.openxmlformats.org/drawingml/2006/table">
            <a:tbl>
              <a:tblPr firstRow="1" bandRow="1"/>
              <a:tblGrid>
                <a:gridCol w="4254416">
                  <a:extLst>
                    <a:ext uri="{9D8B030D-6E8A-4147-A177-3AD203B41FA5}">
                      <a16:colId xmlns:a16="http://schemas.microsoft.com/office/drawing/2014/main" val="20000"/>
                    </a:ext>
                  </a:extLst>
                </a:gridCol>
                <a:gridCol w="3855565">
                  <a:extLst>
                    <a:ext uri="{9D8B030D-6E8A-4147-A177-3AD203B41FA5}">
                      <a16:colId xmlns:a16="http://schemas.microsoft.com/office/drawing/2014/main" val="20003"/>
                    </a:ext>
                  </a:extLst>
                </a:gridCol>
                <a:gridCol w="3456714">
                  <a:extLst>
                    <a:ext uri="{9D8B030D-6E8A-4147-A177-3AD203B41FA5}">
                      <a16:colId xmlns:a16="http://schemas.microsoft.com/office/drawing/2014/main" val="20004"/>
                    </a:ext>
                  </a:extLst>
                </a:gridCol>
                <a:gridCol w="4663905">
                  <a:extLst>
                    <a:ext uri="{9D8B030D-6E8A-4147-A177-3AD203B41FA5}">
                      <a16:colId xmlns:a16="http://schemas.microsoft.com/office/drawing/2014/main" val="20005"/>
                    </a:ext>
                  </a:extLst>
                </a:gridCol>
              </a:tblGrid>
              <a:tr h="1371600">
                <a:tc>
                  <a:txBody>
                    <a:bodyPr/>
                    <a:lstStyle/>
                    <a:p>
                      <a:pPr algn="ctr" rtl="1"/>
                      <a:r>
                        <a:rPr sz="3600" b="1" dirty="0" err="1">
                          <a:solidFill>
                            <a:srgbClr val="FFFFFF"/>
                          </a:solidFill>
                        </a:rPr>
                        <a:t>תקופה</a:t>
                      </a:r>
                      <a:endParaRPr sz="3600" b="1" dirty="0">
                        <a:solidFill>
                          <a:srgbClr val="FFFFFF"/>
                        </a:solidFill>
                      </a:endParaRPr>
                    </a:p>
                  </a:txBody>
                  <a:tcPr marL="40000" marR="40000" marT="20000" marB="20000" anchor="ctr">
                    <a:solidFill>
                      <a:srgbClr val="004D5C"/>
                    </a:solidFill>
                  </a:tcPr>
                </a:tc>
                <a:tc>
                  <a:txBody>
                    <a:bodyPr/>
                    <a:lstStyle/>
                    <a:p>
                      <a:pPr algn="ctr" rtl="1"/>
                      <a:r>
                        <a:rPr sz="3600" b="1" dirty="0">
                          <a:solidFill>
                            <a:srgbClr val="FFFFFF"/>
                          </a:solidFill>
                        </a:rPr>
                        <a:t>alpha</a:t>
                      </a:r>
                    </a:p>
                  </a:txBody>
                  <a:tcPr marL="40000" marR="40000" marT="20000" marB="20000" anchor="ctr">
                    <a:solidFill>
                      <a:srgbClr val="004D5C"/>
                    </a:solidFill>
                  </a:tcPr>
                </a:tc>
                <a:tc>
                  <a:txBody>
                    <a:bodyPr/>
                    <a:lstStyle/>
                    <a:p>
                      <a:pPr algn="ctr" rtl="1"/>
                      <a:r>
                        <a:rPr sz="3600" b="1" dirty="0" err="1">
                          <a:solidFill>
                            <a:srgbClr val="FFFFFF"/>
                          </a:solidFill>
                        </a:rPr>
                        <a:t>beta_mkt</a:t>
                      </a:r>
                      <a:endParaRPr sz="3600" b="1" dirty="0">
                        <a:solidFill>
                          <a:srgbClr val="FFFFFF"/>
                        </a:solidFill>
                      </a:endParaRPr>
                    </a:p>
                  </a:txBody>
                  <a:tcPr marL="40000" marR="40000" marT="20000" marB="20000" anchor="ctr">
                    <a:solidFill>
                      <a:srgbClr val="004D5C"/>
                    </a:solidFill>
                  </a:tcPr>
                </a:tc>
                <a:tc>
                  <a:txBody>
                    <a:bodyPr/>
                    <a:lstStyle/>
                    <a:p>
                      <a:pPr algn="ctr" rtl="1"/>
                      <a:r>
                        <a:rPr sz="3600" b="1" dirty="0" err="1">
                          <a:solidFill>
                            <a:srgbClr val="FFFFFF"/>
                          </a:solidFill>
                        </a:rPr>
                        <a:t>beta_mom</a:t>
                      </a:r>
                      <a:endParaRPr sz="3600" b="1" dirty="0">
                        <a:solidFill>
                          <a:srgbClr val="FFFFFF"/>
                        </a:solidFill>
                      </a:endParaRPr>
                    </a:p>
                  </a:txBody>
                  <a:tcPr marL="40000" marR="40000" marT="20000" marB="20000" anchor="ctr">
                    <a:solidFill>
                      <a:srgbClr val="004D5C"/>
                    </a:solidFill>
                  </a:tcPr>
                </a:tc>
                <a:extLst>
                  <a:ext uri="{0D108BD9-81ED-4DB2-BD59-A6C34878D82A}">
                    <a16:rowId xmlns:a16="http://schemas.microsoft.com/office/drawing/2014/main" val="10000"/>
                  </a:ext>
                </a:extLst>
              </a:tr>
              <a:tr h="1371600">
                <a:tc>
                  <a:txBody>
                    <a:bodyPr/>
                    <a:lstStyle/>
                    <a:p>
                      <a:pPr algn="ctr" rtl="1"/>
                      <a:r>
                        <a:rPr sz="3600" b="1" dirty="0">
                          <a:solidFill>
                            <a:srgbClr val="00BCD4"/>
                          </a:solidFill>
                        </a:rPr>
                        <a:t>2005-2025 (Full)</a:t>
                      </a:r>
                    </a:p>
                  </a:txBody>
                  <a:tcPr marL="40000" marR="40000" marT="20000" marB="20000" anchor="ctr">
                    <a:solidFill>
                      <a:srgbClr val="112233"/>
                    </a:solidFill>
                  </a:tcPr>
                </a:tc>
                <a:tc>
                  <a:txBody>
                    <a:bodyPr/>
                    <a:lstStyle/>
                    <a:p>
                      <a:pPr algn="ctr" rtl="0"/>
                      <a:r>
                        <a:rPr sz="3200" b="0" dirty="0">
                          <a:solidFill>
                            <a:srgbClr val="FFFFFF"/>
                          </a:solidFill>
                        </a:rPr>
                        <a:t>0.0040 (p=0.000)</a:t>
                      </a:r>
                    </a:p>
                  </a:txBody>
                  <a:tcPr marL="40000" marR="40000" marT="20000" marB="20000" anchor="ctr">
                    <a:solidFill>
                      <a:srgbClr val="112233"/>
                    </a:solidFill>
                  </a:tcPr>
                </a:tc>
                <a:tc>
                  <a:txBody>
                    <a:bodyPr/>
                    <a:lstStyle/>
                    <a:p>
                      <a:pPr algn="ctr" rtl="1"/>
                      <a:r>
                        <a:rPr sz="3200" b="0" dirty="0">
                          <a:solidFill>
                            <a:srgbClr val="FFFFFF"/>
                          </a:solidFill>
                        </a:rPr>
                        <a:t>1.0436</a:t>
                      </a:r>
                    </a:p>
                  </a:txBody>
                  <a:tcPr marL="40000" marR="40000" marT="20000" marB="20000" anchor="ctr">
                    <a:solidFill>
                      <a:srgbClr val="112233"/>
                    </a:solidFill>
                  </a:tcPr>
                </a:tc>
                <a:tc>
                  <a:txBody>
                    <a:bodyPr/>
                    <a:lstStyle/>
                    <a:p>
                      <a:pPr algn="ctr" rtl="0"/>
                      <a:r>
                        <a:rPr sz="3200" b="0" dirty="0">
                          <a:solidFill>
                            <a:srgbClr val="FFFF00"/>
                          </a:solidFill>
                        </a:rPr>
                        <a:t>0.000</a:t>
                      </a:r>
                      <a:r>
                        <a:rPr lang="en-US" sz="3200" b="0" dirty="0">
                          <a:solidFill>
                            <a:srgbClr val="FFFF00"/>
                          </a:solidFill>
                        </a:rPr>
                        <a:t>4</a:t>
                      </a:r>
                      <a:r>
                        <a:rPr sz="3200" b="0" dirty="0">
                          <a:solidFill>
                            <a:srgbClr val="FFFF00"/>
                          </a:solidFill>
                        </a:rPr>
                        <a:t> (p=0.</a:t>
                      </a:r>
                      <a:r>
                        <a:rPr lang="en-US" sz="3200" b="0" dirty="0">
                          <a:solidFill>
                            <a:srgbClr val="FFFF00"/>
                          </a:solidFill>
                        </a:rPr>
                        <a:t>067</a:t>
                      </a:r>
                      <a:r>
                        <a:rPr sz="3200" b="0" dirty="0">
                          <a:solidFill>
                            <a:srgbClr val="FFFF00"/>
                          </a:solidFill>
                        </a:rPr>
                        <a:t>)</a:t>
                      </a:r>
                    </a:p>
                  </a:txBody>
                  <a:tcPr marL="40000" marR="40000" marT="20000" marB="20000" anchor="ctr">
                    <a:solidFill>
                      <a:srgbClr val="112233"/>
                    </a:solidFill>
                  </a:tcPr>
                </a:tc>
                <a:extLst>
                  <a:ext uri="{0D108BD9-81ED-4DB2-BD59-A6C34878D82A}">
                    <a16:rowId xmlns:a16="http://schemas.microsoft.com/office/drawing/2014/main" val="10001"/>
                  </a:ext>
                </a:extLst>
              </a:tr>
              <a:tr h="1371600">
                <a:tc>
                  <a:txBody>
                    <a:bodyPr/>
                    <a:lstStyle/>
                    <a:p>
                      <a:pPr algn="ctr" rtl="1"/>
                      <a:r>
                        <a:rPr sz="3600" b="1" dirty="0">
                          <a:solidFill>
                            <a:srgbClr val="00BCD4"/>
                          </a:solidFill>
                        </a:rPr>
                        <a:t>2005-2009</a:t>
                      </a:r>
                    </a:p>
                  </a:txBody>
                  <a:tcPr marL="40000" marR="40000" marT="20000" marB="20000" anchor="ctr">
                    <a:solidFill>
                      <a:srgbClr val="182835"/>
                    </a:solidFill>
                  </a:tcPr>
                </a:tc>
                <a:tc>
                  <a:txBody>
                    <a:bodyPr/>
                    <a:lstStyle/>
                    <a:p>
                      <a:pPr algn="ctr" rtl="0"/>
                      <a:r>
                        <a:rPr sz="3200" b="0" dirty="0">
                          <a:solidFill>
                            <a:srgbClr val="FFFFFF"/>
                          </a:solidFill>
                        </a:rPr>
                        <a:t>0.0082 (p=0.000)</a:t>
                      </a:r>
                    </a:p>
                  </a:txBody>
                  <a:tcPr marL="40000" marR="40000" marT="20000" marB="20000" anchor="ctr">
                    <a:solidFill>
                      <a:srgbClr val="182835"/>
                    </a:solidFill>
                  </a:tcPr>
                </a:tc>
                <a:tc>
                  <a:txBody>
                    <a:bodyPr/>
                    <a:lstStyle/>
                    <a:p>
                      <a:pPr algn="ctr" rtl="1"/>
                      <a:r>
                        <a:rPr sz="3200" b="0" dirty="0">
                          <a:solidFill>
                            <a:srgbClr val="FFFFFF"/>
                          </a:solidFill>
                        </a:rPr>
                        <a:t>1.1</a:t>
                      </a:r>
                      <a:r>
                        <a:rPr lang="en-US" sz="3200" b="0" dirty="0">
                          <a:solidFill>
                            <a:srgbClr val="FFFFFF"/>
                          </a:solidFill>
                        </a:rPr>
                        <a:t>10</a:t>
                      </a:r>
                      <a:r>
                        <a:rPr sz="3200" b="0" dirty="0">
                          <a:solidFill>
                            <a:srgbClr val="FFFFFF"/>
                          </a:solidFill>
                        </a:rPr>
                        <a:t>4</a:t>
                      </a:r>
                    </a:p>
                  </a:txBody>
                  <a:tcPr marL="40000" marR="40000" marT="20000" marB="20000" anchor="ctr">
                    <a:solidFill>
                      <a:srgbClr val="182835"/>
                    </a:solidFill>
                  </a:tcPr>
                </a:tc>
                <a:tc>
                  <a:txBody>
                    <a:bodyPr/>
                    <a:lstStyle/>
                    <a:p>
                      <a:pPr algn="ctr" rtl="0"/>
                      <a:r>
                        <a:rPr sz="3200" b="0" dirty="0">
                          <a:solidFill>
                            <a:srgbClr val="00B050"/>
                          </a:solidFill>
                        </a:rPr>
                        <a:t>-0.00</a:t>
                      </a:r>
                      <a:r>
                        <a:rPr lang="en-US" sz="3200" b="0" dirty="0">
                          <a:solidFill>
                            <a:srgbClr val="00B050"/>
                          </a:solidFill>
                        </a:rPr>
                        <a:t>18</a:t>
                      </a:r>
                      <a:r>
                        <a:rPr sz="3200" b="0" dirty="0">
                          <a:solidFill>
                            <a:srgbClr val="00B050"/>
                          </a:solidFill>
                        </a:rPr>
                        <a:t>(p=0.000)</a:t>
                      </a:r>
                    </a:p>
                  </a:txBody>
                  <a:tcPr marL="40000" marR="40000" marT="20000" marB="20000" anchor="ctr">
                    <a:solidFill>
                      <a:srgbClr val="182835"/>
                    </a:solidFill>
                  </a:tcPr>
                </a:tc>
                <a:extLst>
                  <a:ext uri="{0D108BD9-81ED-4DB2-BD59-A6C34878D82A}">
                    <a16:rowId xmlns:a16="http://schemas.microsoft.com/office/drawing/2014/main" val="10002"/>
                  </a:ext>
                </a:extLst>
              </a:tr>
              <a:tr h="1371600">
                <a:tc>
                  <a:txBody>
                    <a:bodyPr/>
                    <a:lstStyle/>
                    <a:p>
                      <a:pPr algn="ctr" rtl="1"/>
                      <a:r>
                        <a:rPr sz="3600" b="1">
                          <a:solidFill>
                            <a:srgbClr val="00BCD4"/>
                          </a:solidFill>
                        </a:rPr>
                        <a:t>2010-2014</a:t>
                      </a:r>
                    </a:p>
                  </a:txBody>
                  <a:tcPr marL="40000" marR="40000" marT="20000" marB="20000" anchor="ctr">
                    <a:solidFill>
                      <a:srgbClr val="112233"/>
                    </a:solidFill>
                  </a:tcPr>
                </a:tc>
                <a:tc>
                  <a:txBody>
                    <a:bodyPr/>
                    <a:lstStyle/>
                    <a:p>
                      <a:pPr algn="ctr" rtl="0"/>
                      <a:r>
                        <a:rPr sz="3200" b="0" dirty="0">
                          <a:solidFill>
                            <a:srgbClr val="FFFFFF"/>
                          </a:solidFill>
                        </a:rPr>
                        <a:t>0.0058 (p=0.000)</a:t>
                      </a:r>
                    </a:p>
                  </a:txBody>
                  <a:tcPr marL="40000" marR="40000" marT="20000" marB="20000" anchor="ctr">
                    <a:solidFill>
                      <a:srgbClr val="112233"/>
                    </a:solidFill>
                  </a:tcPr>
                </a:tc>
                <a:tc>
                  <a:txBody>
                    <a:bodyPr/>
                    <a:lstStyle/>
                    <a:p>
                      <a:pPr algn="ctr" rtl="1"/>
                      <a:r>
                        <a:rPr sz="3200" b="0" dirty="0">
                          <a:solidFill>
                            <a:srgbClr val="FFFFFF"/>
                          </a:solidFill>
                        </a:rPr>
                        <a:t>1.0574</a:t>
                      </a:r>
                    </a:p>
                  </a:txBody>
                  <a:tcPr marL="40000" marR="40000" marT="20000" marB="20000" anchor="ctr">
                    <a:solidFill>
                      <a:srgbClr val="112233"/>
                    </a:solidFill>
                  </a:tcPr>
                </a:tc>
                <a:tc>
                  <a:txBody>
                    <a:bodyPr/>
                    <a:lstStyle/>
                    <a:p>
                      <a:pPr algn="ctr" rtl="0"/>
                      <a:r>
                        <a:rPr sz="3200" b="0" dirty="0">
                          <a:solidFill>
                            <a:srgbClr val="00B050"/>
                          </a:solidFill>
                        </a:rPr>
                        <a:t>0.001</a:t>
                      </a:r>
                      <a:r>
                        <a:rPr lang="en-US" sz="3200" b="0" dirty="0">
                          <a:solidFill>
                            <a:srgbClr val="00B050"/>
                          </a:solidFill>
                        </a:rPr>
                        <a:t>8</a:t>
                      </a:r>
                      <a:r>
                        <a:rPr sz="3200" b="0" dirty="0">
                          <a:solidFill>
                            <a:srgbClr val="00B050"/>
                          </a:solidFill>
                        </a:rPr>
                        <a:t> (p=0.000)</a:t>
                      </a:r>
                    </a:p>
                  </a:txBody>
                  <a:tcPr marL="40000" marR="40000" marT="20000" marB="20000" anchor="ctr">
                    <a:solidFill>
                      <a:srgbClr val="112233"/>
                    </a:solidFill>
                  </a:tcPr>
                </a:tc>
                <a:extLst>
                  <a:ext uri="{0D108BD9-81ED-4DB2-BD59-A6C34878D82A}">
                    <a16:rowId xmlns:a16="http://schemas.microsoft.com/office/drawing/2014/main" val="10003"/>
                  </a:ext>
                </a:extLst>
              </a:tr>
              <a:tr h="1371600">
                <a:tc>
                  <a:txBody>
                    <a:bodyPr/>
                    <a:lstStyle/>
                    <a:p>
                      <a:pPr algn="ctr" rtl="1"/>
                      <a:r>
                        <a:rPr sz="3600" b="1" dirty="0">
                          <a:solidFill>
                            <a:srgbClr val="00BCD4"/>
                          </a:solidFill>
                        </a:rPr>
                        <a:t>2015-2019</a:t>
                      </a:r>
                    </a:p>
                  </a:txBody>
                  <a:tcPr marL="40000" marR="40000" marT="20000" marB="20000" anchor="ctr">
                    <a:solidFill>
                      <a:srgbClr val="182835"/>
                    </a:solidFill>
                  </a:tcPr>
                </a:tc>
                <a:tc>
                  <a:txBody>
                    <a:bodyPr/>
                    <a:lstStyle/>
                    <a:p>
                      <a:pPr algn="ctr" rtl="0"/>
                      <a:r>
                        <a:rPr sz="3200" b="0">
                          <a:solidFill>
                            <a:srgbClr val="FFFFFF"/>
                          </a:solidFill>
                        </a:rPr>
                        <a:t>0.0033 (p=0.000)</a:t>
                      </a:r>
                    </a:p>
                  </a:txBody>
                  <a:tcPr marL="40000" marR="40000" marT="20000" marB="20000" anchor="ctr">
                    <a:solidFill>
                      <a:srgbClr val="182835"/>
                    </a:solidFill>
                  </a:tcPr>
                </a:tc>
                <a:tc>
                  <a:txBody>
                    <a:bodyPr/>
                    <a:lstStyle/>
                    <a:p>
                      <a:pPr algn="ctr" rtl="1"/>
                      <a:r>
                        <a:rPr sz="3200" b="0" dirty="0">
                          <a:solidFill>
                            <a:srgbClr val="FFFFFF"/>
                          </a:solidFill>
                        </a:rPr>
                        <a:t>1.0223</a:t>
                      </a:r>
                    </a:p>
                  </a:txBody>
                  <a:tcPr marL="40000" marR="40000" marT="20000" marB="20000" anchor="ctr">
                    <a:solidFill>
                      <a:srgbClr val="182835"/>
                    </a:solidFill>
                  </a:tcPr>
                </a:tc>
                <a:tc>
                  <a:txBody>
                    <a:bodyPr/>
                    <a:lstStyle/>
                    <a:p>
                      <a:pPr algn="ctr" rtl="0"/>
                      <a:r>
                        <a:rPr sz="3200" b="0" dirty="0">
                          <a:solidFill>
                            <a:srgbClr val="FF0000"/>
                          </a:solidFill>
                        </a:rPr>
                        <a:t>-0.000</a:t>
                      </a:r>
                      <a:r>
                        <a:rPr lang="en-US" sz="3200" b="0" dirty="0">
                          <a:solidFill>
                            <a:srgbClr val="FF0000"/>
                          </a:solidFill>
                        </a:rPr>
                        <a:t>1</a:t>
                      </a:r>
                      <a:r>
                        <a:rPr sz="3200" b="0" dirty="0">
                          <a:solidFill>
                            <a:srgbClr val="FF0000"/>
                          </a:solidFill>
                        </a:rPr>
                        <a:t> (p=0.</a:t>
                      </a:r>
                      <a:r>
                        <a:rPr lang="en-US" sz="3200" b="0" dirty="0">
                          <a:solidFill>
                            <a:srgbClr val="FF0000"/>
                          </a:solidFill>
                        </a:rPr>
                        <a:t>237</a:t>
                      </a:r>
                      <a:r>
                        <a:rPr sz="3200" b="0" dirty="0">
                          <a:solidFill>
                            <a:srgbClr val="FF0000"/>
                          </a:solidFill>
                        </a:rPr>
                        <a:t>)</a:t>
                      </a:r>
                    </a:p>
                  </a:txBody>
                  <a:tcPr marL="40000" marR="40000" marT="20000" marB="20000" anchor="ctr">
                    <a:solidFill>
                      <a:srgbClr val="182835"/>
                    </a:solidFill>
                  </a:tcPr>
                </a:tc>
                <a:extLst>
                  <a:ext uri="{0D108BD9-81ED-4DB2-BD59-A6C34878D82A}">
                    <a16:rowId xmlns:a16="http://schemas.microsoft.com/office/drawing/2014/main" val="10004"/>
                  </a:ext>
                </a:extLst>
              </a:tr>
              <a:tr h="1371600">
                <a:tc>
                  <a:txBody>
                    <a:bodyPr/>
                    <a:lstStyle/>
                    <a:p>
                      <a:pPr algn="ctr" rtl="1"/>
                      <a:r>
                        <a:rPr sz="3600" b="1">
                          <a:solidFill>
                            <a:srgbClr val="00BCD4"/>
                          </a:solidFill>
                        </a:rPr>
                        <a:t>2020-2025</a:t>
                      </a:r>
                    </a:p>
                  </a:txBody>
                  <a:tcPr marL="40000" marR="40000" marT="20000" marB="20000" anchor="ctr">
                    <a:solidFill>
                      <a:srgbClr val="112233"/>
                    </a:solidFill>
                  </a:tcPr>
                </a:tc>
                <a:tc>
                  <a:txBody>
                    <a:bodyPr/>
                    <a:lstStyle/>
                    <a:p>
                      <a:pPr algn="ctr" rtl="0"/>
                      <a:r>
                        <a:rPr sz="3200" b="0" dirty="0">
                          <a:solidFill>
                            <a:srgbClr val="FFFFFF"/>
                          </a:solidFill>
                        </a:rPr>
                        <a:t>0.0008 (p=0.038)</a:t>
                      </a:r>
                    </a:p>
                  </a:txBody>
                  <a:tcPr marL="40000" marR="40000" marT="20000" marB="20000" anchor="ctr">
                    <a:solidFill>
                      <a:srgbClr val="112233"/>
                    </a:solidFill>
                  </a:tcPr>
                </a:tc>
                <a:tc>
                  <a:txBody>
                    <a:bodyPr/>
                    <a:lstStyle/>
                    <a:p>
                      <a:pPr algn="ctr" rtl="1"/>
                      <a:r>
                        <a:rPr sz="3200" b="0" dirty="0">
                          <a:solidFill>
                            <a:srgbClr val="FFFFFF"/>
                          </a:solidFill>
                        </a:rPr>
                        <a:t>1.0249</a:t>
                      </a:r>
                    </a:p>
                  </a:txBody>
                  <a:tcPr marL="40000" marR="40000" marT="20000" marB="20000" anchor="ctr">
                    <a:solidFill>
                      <a:srgbClr val="112233"/>
                    </a:solidFill>
                  </a:tcPr>
                </a:tc>
                <a:tc>
                  <a:txBody>
                    <a:bodyPr/>
                    <a:lstStyle/>
                    <a:p>
                      <a:pPr algn="ctr" rtl="0"/>
                      <a:r>
                        <a:rPr sz="3200" b="0" dirty="0">
                          <a:solidFill>
                            <a:srgbClr val="00B050"/>
                          </a:solidFill>
                        </a:rPr>
                        <a:t>0.0008 (p=0.046)</a:t>
                      </a:r>
                    </a:p>
                  </a:txBody>
                  <a:tcPr marL="40000" marR="40000" marT="20000" marB="20000" anchor="ctr">
                    <a:solidFill>
                      <a:srgbClr val="112233"/>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56062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8D8FE755-6FC8-C040-D239-1A9B6D039402}"/>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398D9BB-403A-3CCD-564D-A760B318BDA8}"/>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42DE0722-CE60-F8C8-F82E-F734161F2B19}"/>
              </a:ext>
            </a:extLst>
          </p:cNvPr>
          <p:cNvSpPr txBox="1"/>
          <p:nvPr/>
        </p:nvSpPr>
        <p:spPr>
          <a:xfrm>
            <a:off x="228600" y="70065"/>
            <a:ext cx="16764000" cy="1323439"/>
          </a:xfrm>
          <a:prstGeom prst="rect">
            <a:avLst/>
          </a:prstGeom>
          <a:noFill/>
        </p:spPr>
        <p:txBody>
          <a:bodyPr wrap="square" rtlCol="0">
            <a:spAutoFit/>
          </a:bodyPr>
          <a:lstStyle/>
          <a:p>
            <a:pPr algn="r"/>
            <a:r>
              <a:rPr lang="he-IL" sz="8000" dirty="0">
                <a:solidFill>
                  <a:srgbClr val="00B050"/>
                </a:solidFill>
              </a:rPr>
              <a:t>תוצאות רגרסיה חלוקת </a:t>
            </a:r>
            <a:r>
              <a:rPr lang="he-IL" sz="8000">
                <a:solidFill>
                  <a:srgbClr val="00B050"/>
                </a:solidFill>
              </a:rPr>
              <a:t>שנים אירופה</a:t>
            </a:r>
            <a:endParaRPr lang="en-US" sz="5400" dirty="0">
              <a:solidFill>
                <a:srgbClr val="00B050"/>
              </a:solidFill>
            </a:endParaRPr>
          </a:p>
        </p:txBody>
      </p:sp>
      <p:grpSp>
        <p:nvGrpSpPr>
          <p:cNvPr id="4" name="Group 3">
            <a:extLst>
              <a:ext uri="{FF2B5EF4-FFF2-40B4-BE49-F238E27FC236}">
                <a16:creationId xmlns:a16="http://schemas.microsoft.com/office/drawing/2014/main" id="{13C7CCC5-B850-293D-E5F8-91D4DE73B95B}"/>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19BD8739-62F4-E2C3-A121-36DDE791EEE7}"/>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E28CE946-6086-989A-B30D-A0524BCAA14A}"/>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2" name="Table 1">
            <a:extLst>
              <a:ext uri="{FF2B5EF4-FFF2-40B4-BE49-F238E27FC236}">
                <a16:creationId xmlns:a16="http://schemas.microsoft.com/office/drawing/2014/main" id="{B2431C3E-33A8-C2F8-5129-4E92031D40E9}"/>
              </a:ext>
            </a:extLst>
          </p:cNvPr>
          <p:cNvGraphicFramePr>
            <a:graphicFrameLocks noGrp="1"/>
          </p:cNvGraphicFramePr>
          <p:nvPr>
            <p:extLst>
              <p:ext uri="{D42A27DB-BD31-4B8C-83A1-F6EECF244321}">
                <p14:modId xmlns:p14="http://schemas.microsoft.com/office/powerpoint/2010/main" val="99068109"/>
              </p:ext>
            </p:extLst>
          </p:nvPr>
        </p:nvGraphicFramePr>
        <p:xfrm>
          <a:off x="1219200" y="1393503"/>
          <a:ext cx="16230600" cy="8159538"/>
        </p:xfrm>
        <a:graphic>
          <a:graphicData uri="http://schemas.openxmlformats.org/drawingml/2006/table">
            <a:tbl>
              <a:tblPr firstRow="1" bandRow="1"/>
              <a:tblGrid>
                <a:gridCol w="4254416">
                  <a:extLst>
                    <a:ext uri="{9D8B030D-6E8A-4147-A177-3AD203B41FA5}">
                      <a16:colId xmlns:a16="http://schemas.microsoft.com/office/drawing/2014/main" val="1325417750"/>
                    </a:ext>
                  </a:extLst>
                </a:gridCol>
                <a:gridCol w="3855565">
                  <a:extLst>
                    <a:ext uri="{9D8B030D-6E8A-4147-A177-3AD203B41FA5}">
                      <a16:colId xmlns:a16="http://schemas.microsoft.com/office/drawing/2014/main" val="3485041290"/>
                    </a:ext>
                  </a:extLst>
                </a:gridCol>
                <a:gridCol w="3456714">
                  <a:extLst>
                    <a:ext uri="{9D8B030D-6E8A-4147-A177-3AD203B41FA5}">
                      <a16:colId xmlns:a16="http://schemas.microsoft.com/office/drawing/2014/main" val="1844227156"/>
                    </a:ext>
                  </a:extLst>
                </a:gridCol>
                <a:gridCol w="4663905">
                  <a:extLst>
                    <a:ext uri="{9D8B030D-6E8A-4147-A177-3AD203B41FA5}">
                      <a16:colId xmlns:a16="http://schemas.microsoft.com/office/drawing/2014/main" val="3649899041"/>
                    </a:ext>
                  </a:extLst>
                </a:gridCol>
              </a:tblGrid>
              <a:tr h="1359923">
                <a:tc>
                  <a:txBody>
                    <a:bodyPr/>
                    <a:lstStyle/>
                    <a:p>
                      <a:pPr algn="ctr" rtl="1"/>
                      <a:r>
                        <a:rPr sz="3200" b="1" dirty="0" err="1">
                          <a:solidFill>
                            <a:srgbClr val="FFFFFF"/>
                          </a:solidFill>
                        </a:rPr>
                        <a:t>תקופה</a:t>
                      </a:r>
                      <a:endParaRPr sz="3200" b="1" dirty="0">
                        <a:solidFill>
                          <a:srgbClr val="FFFFFF"/>
                        </a:solidFill>
                      </a:endParaRPr>
                    </a:p>
                  </a:txBody>
                  <a:tcPr marL="40000" marR="40000" marT="20000" marB="20000" anchor="ctr">
                    <a:solidFill>
                      <a:srgbClr val="004D5C"/>
                    </a:solidFill>
                  </a:tcPr>
                </a:tc>
                <a:tc>
                  <a:txBody>
                    <a:bodyPr/>
                    <a:lstStyle/>
                    <a:p>
                      <a:pPr algn="ctr" rtl="1"/>
                      <a:r>
                        <a:rPr sz="3200" b="1" dirty="0">
                          <a:solidFill>
                            <a:srgbClr val="FFFFFF"/>
                          </a:solidFill>
                        </a:rPr>
                        <a:t>alpha</a:t>
                      </a:r>
                    </a:p>
                  </a:txBody>
                  <a:tcPr marL="40000" marR="40000" marT="20000" marB="20000" anchor="ctr">
                    <a:solidFill>
                      <a:srgbClr val="004D5C"/>
                    </a:solidFill>
                  </a:tcPr>
                </a:tc>
                <a:tc>
                  <a:txBody>
                    <a:bodyPr/>
                    <a:lstStyle/>
                    <a:p>
                      <a:pPr algn="ctr" rtl="1"/>
                      <a:r>
                        <a:rPr lang="en-US" sz="3200" b="1" dirty="0" err="1">
                          <a:solidFill>
                            <a:srgbClr val="FFFFFF"/>
                          </a:solidFill>
                        </a:rPr>
                        <a:t>beta_mkt</a:t>
                      </a:r>
                      <a:endParaRPr sz="3200" b="1" dirty="0">
                        <a:solidFill>
                          <a:srgbClr val="FFFFFF"/>
                        </a:solidFill>
                      </a:endParaRPr>
                    </a:p>
                  </a:txBody>
                  <a:tcPr marL="40000" marR="40000" marT="20000" marB="20000" anchor="ctr">
                    <a:solidFill>
                      <a:srgbClr val="004D5C"/>
                    </a:solidFill>
                  </a:tcPr>
                </a:tc>
                <a:tc>
                  <a:txBody>
                    <a:bodyPr/>
                    <a:lstStyle/>
                    <a:p>
                      <a:pPr algn="ctr" rtl="1"/>
                      <a:r>
                        <a:rPr sz="3200" b="1" dirty="0" err="1">
                          <a:solidFill>
                            <a:srgbClr val="FFFFFF"/>
                          </a:solidFill>
                        </a:rPr>
                        <a:t>beta_mom</a:t>
                      </a:r>
                      <a:endParaRPr sz="3200" b="1" dirty="0">
                        <a:solidFill>
                          <a:srgbClr val="FFFFFF"/>
                        </a:solidFill>
                      </a:endParaRPr>
                    </a:p>
                  </a:txBody>
                  <a:tcPr marL="40000" marR="40000" marT="20000" marB="20000" anchor="ctr">
                    <a:solidFill>
                      <a:srgbClr val="004D5C"/>
                    </a:solidFill>
                  </a:tcPr>
                </a:tc>
                <a:extLst>
                  <a:ext uri="{0D108BD9-81ED-4DB2-BD59-A6C34878D82A}">
                    <a16:rowId xmlns:a16="http://schemas.microsoft.com/office/drawing/2014/main" val="2567216131"/>
                  </a:ext>
                </a:extLst>
              </a:tr>
              <a:tr h="1359923">
                <a:tc>
                  <a:txBody>
                    <a:bodyPr/>
                    <a:lstStyle/>
                    <a:p>
                      <a:pPr algn="ctr" rtl="1"/>
                      <a:r>
                        <a:rPr sz="3200" b="1">
                          <a:solidFill>
                            <a:srgbClr val="00BCD4"/>
                          </a:solidFill>
                        </a:rPr>
                        <a:t>2005-2025 (Full)</a:t>
                      </a:r>
                    </a:p>
                  </a:txBody>
                  <a:tcPr marL="40000" marR="40000" marT="20000" marB="20000" anchor="ctr">
                    <a:solidFill>
                      <a:srgbClr val="112233"/>
                    </a:solidFill>
                  </a:tcPr>
                </a:tc>
                <a:tc>
                  <a:txBody>
                    <a:bodyPr/>
                    <a:lstStyle/>
                    <a:p>
                      <a:pPr algn="ctr" rtl="0"/>
                      <a:r>
                        <a:rPr sz="2800" b="0" dirty="0">
                          <a:solidFill>
                            <a:srgbClr val="FFFFFF"/>
                          </a:solidFill>
                        </a:rPr>
                        <a:t>0.005</a:t>
                      </a:r>
                      <a:r>
                        <a:rPr lang="en-US" sz="2800" b="0" dirty="0">
                          <a:solidFill>
                            <a:srgbClr val="FFFFFF"/>
                          </a:solidFill>
                        </a:rPr>
                        <a:t>7</a:t>
                      </a:r>
                      <a:r>
                        <a:rPr sz="2800" b="0" dirty="0">
                          <a:solidFill>
                            <a:srgbClr val="FFFFFF"/>
                          </a:solidFill>
                        </a:rPr>
                        <a:t> (p=0.000)</a:t>
                      </a:r>
                    </a:p>
                  </a:txBody>
                  <a:tcPr marL="40000" marR="40000" marT="20000" marB="20000" anchor="ctr">
                    <a:solidFill>
                      <a:srgbClr val="112233"/>
                    </a:solidFill>
                  </a:tcPr>
                </a:tc>
                <a:tc>
                  <a:txBody>
                    <a:bodyPr/>
                    <a:lstStyle/>
                    <a:p>
                      <a:pPr algn="ctr" rtl="1"/>
                      <a:r>
                        <a:rPr sz="2800" b="0">
                          <a:solidFill>
                            <a:srgbClr val="FFFFFF"/>
                          </a:solidFill>
                        </a:rPr>
                        <a:t>0.9986</a:t>
                      </a:r>
                    </a:p>
                  </a:txBody>
                  <a:tcPr marL="40000" marR="40000" marT="20000" marB="20000" anchor="ctr">
                    <a:solidFill>
                      <a:srgbClr val="112233"/>
                    </a:solidFill>
                  </a:tcPr>
                </a:tc>
                <a:tc>
                  <a:txBody>
                    <a:bodyPr/>
                    <a:lstStyle/>
                    <a:p>
                      <a:pPr algn="ctr" rtl="0"/>
                      <a:r>
                        <a:rPr sz="2800" b="0" dirty="0">
                          <a:solidFill>
                            <a:srgbClr val="00B050"/>
                          </a:solidFill>
                        </a:rPr>
                        <a:t>0.002</a:t>
                      </a:r>
                      <a:r>
                        <a:rPr lang="en-US" sz="2800" b="0" dirty="0">
                          <a:solidFill>
                            <a:srgbClr val="00B050"/>
                          </a:solidFill>
                        </a:rPr>
                        <a:t>7</a:t>
                      </a:r>
                      <a:r>
                        <a:rPr sz="2800" b="0" dirty="0">
                          <a:solidFill>
                            <a:srgbClr val="00B050"/>
                          </a:solidFill>
                        </a:rPr>
                        <a:t> (p=0.000)</a:t>
                      </a:r>
                    </a:p>
                  </a:txBody>
                  <a:tcPr marL="40000" marR="40000" marT="20000" marB="20000" anchor="ctr">
                    <a:solidFill>
                      <a:srgbClr val="112233"/>
                    </a:solidFill>
                  </a:tcPr>
                </a:tc>
                <a:extLst>
                  <a:ext uri="{0D108BD9-81ED-4DB2-BD59-A6C34878D82A}">
                    <a16:rowId xmlns:a16="http://schemas.microsoft.com/office/drawing/2014/main" val="3948404295"/>
                  </a:ext>
                </a:extLst>
              </a:tr>
              <a:tr h="1359923">
                <a:tc>
                  <a:txBody>
                    <a:bodyPr/>
                    <a:lstStyle/>
                    <a:p>
                      <a:pPr algn="ctr" rtl="1"/>
                      <a:r>
                        <a:rPr sz="3200" b="1">
                          <a:solidFill>
                            <a:srgbClr val="00BCD4"/>
                          </a:solidFill>
                        </a:rPr>
                        <a:t>2005-2009</a:t>
                      </a:r>
                    </a:p>
                  </a:txBody>
                  <a:tcPr marL="40000" marR="40000" marT="20000" marB="20000" anchor="ctr">
                    <a:solidFill>
                      <a:srgbClr val="182835"/>
                    </a:solidFill>
                  </a:tcPr>
                </a:tc>
                <a:tc>
                  <a:txBody>
                    <a:bodyPr/>
                    <a:lstStyle/>
                    <a:p>
                      <a:pPr algn="ctr" rtl="0"/>
                      <a:r>
                        <a:rPr sz="2800" b="0">
                          <a:solidFill>
                            <a:srgbClr val="FFFFFF"/>
                          </a:solidFill>
                        </a:rPr>
                        <a:t>0.0092 (p=0.000)</a:t>
                      </a:r>
                    </a:p>
                  </a:txBody>
                  <a:tcPr marL="40000" marR="40000" marT="20000" marB="20000" anchor="ctr">
                    <a:solidFill>
                      <a:srgbClr val="182835"/>
                    </a:solidFill>
                  </a:tcPr>
                </a:tc>
                <a:tc>
                  <a:txBody>
                    <a:bodyPr/>
                    <a:lstStyle/>
                    <a:p>
                      <a:pPr algn="ctr" rtl="1"/>
                      <a:r>
                        <a:rPr sz="2800" b="0">
                          <a:solidFill>
                            <a:srgbClr val="FFFFFF"/>
                          </a:solidFill>
                        </a:rPr>
                        <a:t>1.0495</a:t>
                      </a:r>
                    </a:p>
                  </a:txBody>
                  <a:tcPr marL="40000" marR="40000" marT="20000" marB="20000" anchor="ctr">
                    <a:solidFill>
                      <a:srgbClr val="182835"/>
                    </a:solidFill>
                  </a:tcPr>
                </a:tc>
                <a:tc>
                  <a:txBody>
                    <a:bodyPr/>
                    <a:lstStyle/>
                    <a:p>
                      <a:pPr algn="ctr" rtl="0"/>
                      <a:r>
                        <a:rPr sz="2800" b="0" dirty="0">
                          <a:solidFill>
                            <a:srgbClr val="00B050"/>
                          </a:solidFill>
                        </a:rPr>
                        <a:t>0.00</a:t>
                      </a:r>
                      <a:r>
                        <a:rPr lang="en-US" sz="2800" b="0" dirty="0">
                          <a:solidFill>
                            <a:srgbClr val="00B050"/>
                          </a:solidFill>
                        </a:rPr>
                        <a:t>13</a:t>
                      </a:r>
                      <a:r>
                        <a:rPr sz="2800" b="0" dirty="0">
                          <a:solidFill>
                            <a:srgbClr val="00B050"/>
                          </a:solidFill>
                        </a:rPr>
                        <a:t> (p=0.</a:t>
                      </a:r>
                      <a:r>
                        <a:rPr lang="en-US" sz="2800" b="0" dirty="0">
                          <a:solidFill>
                            <a:srgbClr val="00B050"/>
                          </a:solidFill>
                        </a:rPr>
                        <a:t>012</a:t>
                      </a:r>
                      <a:r>
                        <a:rPr sz="2800" b="0" dirty="0">
                          <a:solidFill>
                            <a:srgbClr val="00B050"/>
                          </a:solidFill>
                        </a:rPr>
                        <a:t>)</a:t>
                      </a:r>
                    </a:p>
                  </a:txBody>
                  <a:tcPr marL="40000" marR="40000" marT="20000" marB="20000" anchor="ctr">
                    <a:solidFill>
                      <a:srgbClr val="182835"/>
                    </a:solidFill>
                  </a:tcPr>
                </a:tc>
                <a:extLst>
                  <a:ext uri="{0D108BD9-81ED-4DB2-BD59-A6C34878D82A}">
                    <a16:rowId xmlns:a16="http://schemas.microsoft.com/office/drawing/2014/main" val="2897210092"/>
                  </a:ext>
                </a:extLst>
              </a:tr>
              <a:tr h="1359923">
                <a:tc>
                  <a:txBody>
                    <a:bodyPr/>
                    <a:lstStyle/>
                    <a:p>
                      <a:pPr algn="ctr" rtl="1"/>
                      <a:r>
                        <a:rPr sz="3200" b="1">
                          <a:solidFill>
                            <a:srgbClr val="00BCD4"/>
                          </a:solidFill>
                        </a:rPr>
                        <a:t>2010-2014</a:t>
                      </a:r>
                    </a:p>
                  </a:txBody>
                  <a:tcPr marL="40000" marR="40000" marT="20000" marB="20000" anchor="ctr">
                    <a:solidFill>
                      <a:srgbClr val="112233"/>
                    </a:solidFill>
                  </a:tcPr>
                </a:tc>
                <a:tc>
                  <a:txBody>
                    <a:bodyPr/>
                    <a:lstStyle/>
                    <a:p>
                      <a:pPr algn="ctr" rtl="0"/>
                      <a:r>
                        <a:rPr sz="2800" b="0">
                          <a:solidFill>
                            <a:srgbClr val="FFFFFF"/>
                          </a:solidFill>
                        </a:rPr>
                        <a:t>0.0047 (p=0.000)</a:t>
                      </a:r>
                    </a:p>
                  </a:txBody>
                  <a:tcPr marL="40000" marR="40000" marT="20000" marB="20000" anchor="ctr">
                    <a:solidFill>
                      <a:srgbClr val="112233"/>
                    </a:solidFill>
                  </a:tcPr>
                </a:tc>
                <a:tc>
                  <a:txBody>
                    <a:bodyPr/>
                    <a:lstStyle/>
                    <a:p>
                      <a:pPr algn="ctr" rtl="1"/>
                      <a:r>
                        <a:rPr sz="2800" b="0">
                          <a:solidFill>
                            <a:srgbClr val="FFFFFF"/>
                          </a:solidFill>
                        </a:rPr>
                        <a:t>0.9890</a:t>
                      </a:r>
                    </a:p>
                  </a:txBody>
                  <a:tcPr marL="40000" marR="40000" marT="20000" marB="20000" anchor="ctr">
                    <a:solidFill>
                      <a:srgbClr val="112233"/>
                    </a:solidFill>
                  </a:tcPr>
                </a:tc>
                <a:tc>
                  <a:txBody>
                    <a:bodyPr/>
                    <a:lstStyle/>
                    <a:p>
                      <a:pPr algn="ctr" rtl="0"/>
                      <a:r>
                        <a:rPr sz="2800" b="0" dirty="0">
                          <a:solidFill>
                            <a:srgbClr val="00B050"/>
                          </a:solidFill>
                        </a:rPr>
                        <a:t>0.0044 (p=0.000)</a:t>
                      </a:r>
                    </a:p>
                  </a:txBody>
                  <a:tcPr marL="40000" marR="40000" marT="20000" marB="20000" anchor="ctr">
                    <a:solidFill>
                      <a:srgbClr val="112233"/>
                    </a:solidFill>
                  </a:tcPr>
                </a:tc>
                <a:extLst>
                  <a:ext uri="{0D108BD9-81ED-4DB2-BD59-A6C34878D82A}">
                    <a16:rowId xmlns:a16="http://schemas.microsoft.com/office/drawing/2014/main" val="4223712763"/>
                  </a:ext>
                </a:extLst>
              </a:tr>
              <a:tr h="1359923">
                <a:tc>
                  <a:txBody>
                    <a:bodyPr/>
                    <a:lstStyle/>
                    <a:p>
                      <a:pPr algn="ctr" rtl="1"/>
                      <a:r>
                        <a:rPr sz="3200" b="1" dirty="0">
                          <a:solidFill>
                            <a:srgbClr val="00BCD4"/>
                          </a:solidFill>
                        </a:rPr>
                        <a:t>2015-2019</a:t>
                      </a:r>
                    </a:p>
                  </a:txBody>
                  <a:tcPr marL="40000" marR="40000" marT="20000" marB="20000" anchor="ctr">
                    <a:solidFill>
                      <a:srgbClr val="182835"/>
                    </a:solidFill>
                  </a:tcPr>
                </a:tc>
                <a:tc>
                  <a:txBody>
                    <a:bodyPr/>
                    <a:lstStyle/>
                    <a:p>
                      <a:pPr algn="ctr" rtl="0"/>
                      <a:r>
                        <a:rPr sz="2800" b="0">
                          <a:solidFill>
                            <a:srgbClr val="FFFFFF"/>
                          </a:solidFill>
                        </a:rPr>
                        <a:t>0.0075 (p=0.000)</a:t>
                      </a:r>
                    </a:p>
                  </a:txBody>
                  <a:tcPr marL="40000" marR="40000" marT="20000" marB="20000" anchor="ctr">
                    <a:solidFill>
                      <a:srgbClr val="182835"/>
                    </a:solidFill>
                  </a:tcPr>
                </a:tc>
                <a:tc>
                  <a:txBody>
                    <a:bodyPr/>
                    <a:lstStyle/>
                    <a:p>
                      <a:pPr algn="ctr" rtl="1"/>
                      <a:r>
                        <a:rPr sz="2800" b="0">
                          <a:solidFill>
                            <a:srgbClr val="FFFFFF"/>
                          </a:solidFill>
                        </a:rPr>
                        <a:t>0.8993</a:t>
                      </a:r>
                    </a:p>
                  </a:txBody>
                  <a:tcPr marL="40000" marR="40000" marT="20000" marB="20000" anchor="ctr">
                    <a:solidFill>
                      <a:srgbClr val="182835"/>
                    </a:solidFill>
                  </a:tcPr>
                </a:tc>
                <a:tc>
                  <a:txBody>
                    <a:bodyPr/>
                    <a:lstStyle/>
                    <a:p>
                      <a:pPr algn="ctr" rtl="0"/>
                      <a:r>
                        <a:rPr sz="2800" b="0" dirty="0">
                          <a:solidFill>
                            <a:srgbClr val="00B050"/>
                          </a:solidFill>
                        </a:rPr>
                        <a:t>0.0015 (p=0.002)</a:t>
                      </a:r>
                    </a:p>
                  </a:txBody>
                  <a:tcPr marL="40000" marR="40000" marT="20000" marB="20000" anchor="ctr">
                    <a:solidFill>
                      <a:srgbClr val="182835"/>
                    </a:solidFill>
                  </a:tcPr>
                </a:tc>
                <a:extLst>
                  <a:ext uri="{0D108BD9-81ED-4DB2-BD59-A6C34878D82A}">
                    <a16:rowId xmlns:a16="http://schemas.microsoft.com/office/drawing/2014/main" val="456741025"/>
                  </a:ext>
                </a:extLst>
              </a:tr>
              <a:tr h="1359923">
                <a:tc>
                  <a:txBody>
                    <a:bodyPr/>
                    <a:lstStyle/>
                    <a:p>
                      <a:pPr algn="ctr" rtl="1"/>
                      <a:r>
                        <a:rPr sz="3200" b="1">
                          <a:solidFill>
                            <a:srgbClr val="00BCD4"/>
                          </a:solidFill>
                        </a:rPr>
                        <a:t>2020-2025</a:t>
                      </a:r>
                    </a:p>
                  </a:txBody>
                  <a:tcPr marL="40000" marR="40000" marT="20000" marB="20000" anchor="ctr">
                    <a:solidFill>
                      <a:srgbClr val="112233"/>
                    </a:solidFill>
                  </a:tcPr>
                </a:tc>
                <a:tc>
                  <a:txBody>
                    <a:bodyPr/>
                    <a:lstStyle/>
                    <a:p>
                      <a:pPr algn="ctr" rtl="0"/>
                      <a:r>
                        <a:rPr sz="2800" b="0" dirty="0">
                          <a:solidFill>
                            <a:srgbClr val="FFFFFF"/>
                          </a:solidFill>
                        </a:rPr>
                        <a:t>0.0032 (p=0.000)</a:t>
                      </a:r>
                    </a:p>
                  </a:txBody>
                  <a:tcPr marL="40000" marR="40000" marT="20000" marB="20000" anchor="ctr">
                    <a:solidFill>
                      <a:srgbClr val="112233"/>
                    </a:solidFill>
                  </a:tcPr>
                </a:tc>
                <a:tc>
                  <a:txBody>
                    <a:bodyPr/>
                    <a:lstStyle/>
                    <a:p>
                      <a:pPr algn="ctr" rtl="1"/>
                      <a:r>
                        <a:rPr sz="2800" b="0" dirty="0">
                          <a:solidFill>
                            <a:srgbClr val="FFFFFF"/>
                          </a:solidFill>
                        </a:rPr>
                        <a:t>1.0284</a:t>
                      </a:r>
                    </a:p>
                  </a:txBody>
                  <a:tcPr marL="40000" marR="40000" marT="20000" marB="20000" anchor="ctr">
                    <a:solidFill>
                      <a:srgbClr val="112233"/>
                    </a:solidFill>
                  </a:tcPr>
                </a:tc>
                <a:tc>
                  <a:txBody>
                    <a:bodyPr/>
                    <a:lstStyle/>
                    <a:p>
                      <a:pPr algn="ctr" rtl="0"/>
                      <a:r>
                        <a:rPr sz="2800" b="0" dirty="0">
                          <a:solidFill>
                            <a:srgbClr val="00B050"/>
                          </a:solidFill>
                        </a:rPr>
                        <a:t>0.0030 (p=0.000)</a:t>
                      </a:r>
                    </a:p>
                  </a:txBody>
                  <a:tcPr marL="40000" marR="40000" marT="20000" marB="20000" anchor="ctr">
                    <a:solidFill>
                      <a:srgbClr val="112233"/>
                    </a:solidFill>
                  </a:tcPr>
                </a:tc>
                <a:extLst>
                  <a:ext uri="{0D108BD9-81ED-4DB2-BD59-A6C34878D82A}">
                    <a16:rowId xmlns:a16="http://schemas.microsoft.com/office/drawing/2014/main" val="3959968368"/>
                  </a:ext>
                </a:extLst>
              </a:tr>
            </a:tbl>
          </a:graphicData>
        </a:graphic>
      </p:graphicFrame>
    </p:spTree>
    <p:extLst>
      <p:ext uri="{BB962C8B-B14F-4D97-AF65-F5344CB8AC3E}">
        <p14:creationId xmlns:p14="http://schemas.microsoft.com/office/powerpoint/2010/main" val="1058436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55EDB46E-8EAD-9C0D-69B8-D276C9A904F2}"/>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ED81AB9A-E38D-ED15-E513-91B605DE1BEB}"/>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3">
            <a:extLst>
              <a:ext uri="{FF2B5EF4-FFF2-40B4-BE49-F238E27FC236}">
                <a16:creationId xmlns:a16="http://schemas.microsoft.com/office/drawing/2014/main" id="{0313C94D-5BAE-8CBE-CC63-D9865690135C}"/>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00BEE45E-8CAF-DBF6-7B01-22BB7249FB18}"/>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DDB46EF1-7DE1-6F64-C43F-A3FAD0F41E1D}"/>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
        <p:nvSpPr>
          <p:cNvPr id="9" name="Shape 3">
            <a:extLst>
              <a:ext uri="{FF2B5EF4-FFF2-40B4-BE49-F238E27FC236}">
                <a16:creationId xmlns:a16="http://schemas.microsoft.com/office/drawing/2014/main" id="{0B8D4340-E827-12BF-B242-846183F11CE7}"/>
              </a:ext>
            </a:extLst>
          </p:cNvPr>
          <p:cNvSpPr/>
          <p:nvPr/>
        </p:nvSpPr>
        <p:spPr>
          <a:xfrm>
            <a:off x="1371600" y="3537416"/>
            <a:ext cx="16916400" cy="6015623"/>
          </a:xfrm>
          <a:prstGeom prst="rect">
            <a:avLst/>
          </a:prstGeom>
          <a:solidFill>
            <a:srgbClr val="112233"/>
          </a:solidFill>
          <a:ln w="12700">
            <a:solidFill>
              <a:srgbClr val="00BCD4"/>
            </a:solidFill>
            <a:prstDash val="solid"/>
          </a:ln>
        </p:spPr>
        <p:txBody>
          <a:bodyPr/>
          <a:lstStyle/>
          <a:p>
            <a:pPr algn="r"/>
            <a:endParaRPr lang="en-US" sz="3000" dirty="0">
              <a:solidFill>
                <a:srgbClr val="00B050"/>
              </a:solidFill>
            </a:endParaRPr>
          </a:p>
        </p:txBody>
      </p:sp>
      <p:sp>
        <p:nvSpPr>
          <p:cNvPr id="11" name="Shape 17">
            <a:extLst>
              <a:ext uri="{FF2B5EF4-FFF2-40B4-BE49-F238E27FC236}">
                <a16:creationId xmlns:a16="http://schemas.microsoft.com/office/drawing/2014/main" id="{6F798F92-8956-C251-5FB6-1995B8FC95C7}"/>
              </a:ext>
            </a:extLst>
          </p:cNvPr>
          <p:cNvSpPr/>
          <p:nvPr/>
        </p:nvSpPr>
        <p:spPr>
          <a:xfrm>
            <a:off x="3614917" y="1289102"/>
            <a:ext cx="13834884" cy="2248314"/>
          </a:xfrm>
          <a:prstGeom prst="rect">
            <a:avLst/>
          </a:prstGeom>
          <a:solidFill>
            <a:srgbClr val="E65100"/>
          </a:solidFill>
          <a:ln w="12700">
            <a:solidFill>
              <a:srgbClr val="E65100"/>
            </a:solidFill>
            <a:prstDash val="solid"/>
          </a:ln>
        </p:spPr>
        <p:txBody>
          <a:bodyPr/>
          <a:lstStyle/>
          <a:p>
            <a:endParaRPr lang="en-US"/>
          </a:p>
        </p:txBody>
      </p:sp>
      <p:sp>
        <p:nvSpPr>
          <p:cNvPr id="13" name="TextBox 12">
            <a:extLst>
              <a:ext uri="{FF2B5EF4-FFF2-40B4-BE49-F238E27FC236}">
                <a16:creationId xmlns:a16="http://schemas.microsoft.com/office/drawing/2014/main" id="{68D0E377-91D5-FE4D-1AC7-C0F6370CF0A5}"/>
              </a:ext>
            </a:extLst>
          </p:cNvPr>
          <p:cNvSpPr txBox="1"/>
          <p:nvPr/>
        </p:nvSpPr>
        <p:spPr>
          <a:xfrm>
            <a:off x="8991600" y="1861832"/>
            <a:ext cx="8203229" cy="1200329"/>
          </a:xfrm>
          <a:prstGeom prst="rect">
            <a:avLst/>
          </a:prstGeom>
          <a:noFill/>
        </p:spPr>
        <p:txBody>
          <a:bodyPr wrap="square">
            <a:spAutoFit/>
          </a:bodyPr>
          <a:lstStyle/>
          <a:p>
            <a:pPr marL="0" indent="0">
              <a:buNone/>
            </a:pPr>
            <a:r>
              <a:rPr lang="he-IL" sz="7200" b="1" dirty="0">
                <a:solidFill>
                  <a:srgbClr val="FFFFFF"/>
                </a:solidFill>
                <a:latin typeface="Calibri" pitchFamily="34" charset="0"/>
                <a:ea typeface="Calibri" pitchFamily="34" charset="-122"/>
                <a:cs typeface="Calibri" pitchFamily="34" charset="-120"/>
              </a:rPr>
              <a:t>חלוקת </a:t>
            </a:r>
            <a:r>
              <a:rPr lang="he-IL" sz="7200" b="1" dirty="0" err="1">
                <a:solidFill>
                  <a:srgbClr val="FFFFFF"/>
                </a:solidFill>
                <a:latin typeface="Calibri" pitchFamily="34" charset="0"/>
                <a:ea typeface="Calibri" pitchFamily="34" charset="-122"/>
                <a:cs typeface="Calibri" pitchFamily="34" charset="-120"/>
              </a:rPr>
              <a:t>דצילים</a:t>
            </a:r>
            <a:r>
              <a:rPr lang="he-IL" sz="7200" b="1" dirty="0">
                <a:solidFill>
                  <a:srgbClr val="FFFFFF"/>
                </a:solidFill>
                <a:latin typeface="Calibri" pitchFamily="34" charset="0"/>
                <a:ea typeface="Calibri" pitchFamily="34" charset="-122"/>
                <a:cs typeface="Calibri" pitchFamily="34" charset="-120"/>
              </a:rPr>
              <a:t> 10%</a:t>
            </a:r>
            <a:endParaRPr lang="en-US" sz="7200" dirty="0"/>
          </a:p>
        </p:txBody>
      </p:sp>
      <p:sp>
        <p:nvSpPr>
          <p:cNvPr id="15" name="TextBox 14">
            <a:extLst>
              <a:ext uri="{FF2B5EF4-FFF2-40B4-BE49-F238E27FC236}">
                <a16:creationId xmlns:a16="http://schemas.microsoft.com/office/drawing/2014/main" id="{F204EF6A-1CB1-9E5F-0544-2E0BDA60C054}"/>
              </a:ext>
            </a:extLst>
          </p:cNvPr>
          <p:cNvSpPr txBox="1"/>
          <p:nvPr/>
        </p:nvSpPr>
        <p:spPr>
          <a:xfrm>
            <a:off x="845126" y="3447828"/>
            <a:ext cx="17442874" cy="4401205"/>
          </a:xfrm>
          <a:prstGeom prst="rect">
            <a:avLst/>
          </a:prstGeom>
          <a:noFill/>
        </p:spPr>
        <p:txBody>
          <a:bodyPr wrap="square" rtlCol="0">
            <a:spAutoFit/>
          </a:bodyPr>
          <a:lstStyle/>
          <a:p>
            <a:pPr algn="r" rtl="1"/>
            <a:r>
              <a:rPr lang="he-IL" sz="4000" dirty="0">
                <a:solidFill>
                  <a:srgbClr val="00B050"/>
                </a:solidFill>
                <a:latin typeface="Calibri" pitchFamily="34" charset="0"/>
                <a:ea typeface="Calibri" pitchFamily="34" charset="-122"/>
                <a:cs typeface="Calibri" pitchFamily="34" charset="-120"/>
              </a:rPr>
              <a:t>בכל חודש אנו מחלקים את המניות שלנו ל10 </a:t>
            </a:r>
            <a:r>
              <a:rPr lang="he-IL" sz="4000" dirty="0" err="1">
                <a:solidFill>
                  <a:srgbClr val="00B050"/>
                </a:solidFill>
                <a:latin typeface="Calibri" pitchFamily="34" charset="0"/>
                <a:ea typeface="Calibri" pitchFamily="34" charset="-122"/>
                <a:cs typeface="Calibri" pitchFamily="34" charset="-120"/>
              </a:rPr>
              <a:t>דיצלים</a:t>
            </a:r>
            <a:r>
              <a:rPr lang="he-IL" sz="4000" dirty="0">
                <a:solidFill>
                  <a:srgbClr val="00B050"/>
                </a:solidFill>
                <a:latin typeface="Calibri" pitchFamily="34" charset="0"/>
                <a:ea typeface="Calibri" pitchFamily="34" charset="-122"/>
                <a:cs typeface="Calibri" pitchFamily="34" charset="-120"/>
              </a:rPr>
              <a:t> כל </a:t>
            </a:r>
            <a:r>
              <a:rPr lang="he-IL" sz="4000" dirty="0" err="1">
                <a:solidFill>
                  <a:srgbClr val="00B050"/>
                </a:solidFill>
                <a:latin typeface="Calibri" pitchFamily="34" charset="0"/>
                <a:ea typeface="Calibri" pitchFamily="34" charset="-122"/>
                <a:cs typeface="Calibri" pitchFamily="34" charset="-120"/>
              </a:rPr>
              <a:t>דציל</a:t>
            </a:r>
            <a:r>
              <a:rPr lang="he-IL" sz="4000" dirty="0">
                <a:solidFill>
                  <a:srgbClr val="00B050"/>
                </a:solidFill>
                <a:latin typeface="Calibri" pitchFamily="34" charset="0"/>
                <a:ea typeface="Calibri" pitchFamily="34" charset="-122"/>
                <a:cs typeface="Calibri" pitchFamily="34" charset="-120"/>
              </a:rPr>
              <a:t> מחולק לפי מקדם המומנטום</a:t>
            </a:r>
            <a:r>
              <a:rPr lang="en-US" sz="4000" dirty="0">
                <a:solidFill>
                  <a:srgbClr val="00B050"/>
                </a:solidFill>
                <a:latin typeface="Calibri" pitchFamily="34" charset="0"/>
                <a:ea typeface="Calibri" pitchFamily="34" charset="-122"/>
                <a:cs typeface="Calibri" pitchFamily="34" charset="-120"/>
              </a:rPr>
              <a:t> </a:t>
            </a:r>
            <a:r>
              <a:rPr lang="en-US" sz="4000" dirty="0">
                <a:solidFill>
                  <a:srgbClr val="00B050"/>
                </a:solidFill>
              </a:rPr>
              <a:t>ret_12_1</a:t>
            </a:r>
            <a:r>
              <a:rPr lang="he-IL" sz="4000" dirty="0">
                <a:solidFill>
                  <a:srgbClr val="00B050"/>
                </a:solidFill>
                <a:latin typeface="Calibri" pitchFamily="34" charset="0"/>
                <a:ea typeface="Calibri" pitchFamily="34" charset="-122"/>
                <a:cs typeface="Calibri" pitchFamily="34" charset="-120"/>
              </a:rPr>
              <a:t> של אותה מניה</a:t>
            </a:r>
            <a:r>
              <a:rPr lang="en-US" sz="4000" dirty="0">
                <a:solidFill>
                  <a:srgbClr val="00B050"/>
                </a:solidFill>
                <a:latin typeface="Calibri" pitchFamily="34" charset="0"/>
                <a:ea typeface="Calibri" pitchFamily="34" charset="-122"/>
                <a:cs typeface="Calibri" pitchFamily="34" charset="-120"/>
              </a:rPr>
              <a:t> </a:t>
            </a:r>
            <a:r>
              <a:rPr lang="he-IL" sz="4000" dirty="0">
                <a:solidFill>
                  <a:srgbClr val="00B050"/>
                </a:solidFill>
                <a:latin typeface="Calibri" pitchFamily="34" charset="0"/>
                <a:ea typeface="Calibri" pitchFamily="34" charset="-122"/>
                <a:cs typeface="Calibri" pitchFamily="34" charset="-120"/>
              </a:rPr>
              <a:t> בחודש כך שב</a:t>
            </a:r>
            <a:r>
              <a:rPr lang="en-US" sz="4000" dirty="0">
                <a:solidFill>
                  <a:srgbClr val="00B050"/>
                </a:solidFill>
                <a:latin typeface="Calibri" pitchFamily="34" charset="0"/>
                <a:ea typeface="Calibri" pitchFamily="34" charset="-122"/>
                <a:cs typeface="Calibri" pitchFamily="34" charset="-120"/>
              </a:rPr>
              <a:t>D10</a:t>
            </a:r>
            <a:r>
              <a:rPr lang="he-IL" sz="4000" dirty="0">
                <a:solidFill>
                  <a:srgbClr val="00B050"/>
                </a:solidFill>
                <a:latin typeface="Calibri" pitchFamily="34" charset="0"/>
                <a:ea typeface="Calibri" pitchFamily="34" charset="-122"/>
                <a:cs typeface="Calibri" pitchFamily="34" charset="-120"/>
              </a:rPr>
              <a:t> יש את המניות עם המומנטום הכי גבוהות באותו החודש </a:t>
            </a:r>
            <a:r>
              <a:rPr lang="he-IL" sz="4000" dirty="0" err="1">
                <a:solidFill>
                  <a:srgbClr val="00B050"/>
                </a:solidFill>
                <a:latin typeface="Calibri" pitchFamily="34" charset="0"/>
                <a:ea typeface="Calibri" pitchFamily="34" charset="-122"/>
                <a:cs typeface="Calibri" pitchFamily="34" charset="-120"/>
              </a:rPr>
              <a:t>וב</a:t>
            </a:r>
            <a:r>
              <a:rPr lang="en-US" sz="4000" dirty="0">
                <a:solidFill>
                  <a:srgbClr val="00B050"/>
                </a:solidFill>
                <a:latin typeface="Calibri" pitchFamily="34" charset="0"/>
                <a:ea typeface="Calibri" pitchFamily="34" charset="-122"/>
                <a:cs typeface="Calibri" pitchFamily="34" charset="-120"/>
              </a:rPr>
              <a:t>D1</a:t>
            </a:r>
            <a:r>
              <a:rPr lang="he-IL" sz="4000" dirty="0">
                <a:solidFill>
                  <a:srgbClr val="00B050"/>
                </a:solidFill>
                <a:latin typeface="Calibri" pitchFamily="34" charset="0"/>
                <a:ea typeface="Calibri" pitchFamily="34" charset="-122"/>
                <a:cs typeface="Calibri" pitchFamily="34" charset="-120"/>
              </a:rPr>
              <a:t> הכי נמוכות.</a:t>
            </a:r>
          </a:p>
          <a:p>
            <a:pPr algn="r" rtl="1"/>
            <a:endParaRPr lang="en-US" sz="4000" dirty="0">
              <a:solidFill>
                <a:srgbClr val="00B050"/>
              </a:solidFill>
            </a:endParaRPr>
          </a:p>
          <a:p>
            <a:pPr algn="r" rtl="1"/>
            <a:r>
              <a:rPr lang="he-IL" sz="4000" dirty="0">
                <a:solidFill>
                  <a:srgbClr val="00B050"/>
                </a:solidFill>
              </a:rPr>
              <a:t>משתמשים ב</a:t>
            </a:r>
            <a:r>
              <a:rPr lang="en-US" sz="4000" dirty="0">
                <a:solidFill>
                  <a:srgbClr val="00B050"/>
                </a:solidFill>
              </a:rPr>
              <a:t>ret_12_1</a:t>
            </a:r>
            <a:r>
              <a:rPr lang="he-IL" sz="4000" dirty="0">
                <a:solidFill>
                  <a:srgbClr val="00B050"/>
                </a:solidFill>
              </a:rPr>
              <a:t> החודשי לחלוקת המניות</a:t>
            </a:r>
            <a:endParaRPr lang="en-US" sz="4000" dirty="0">
              <a:solidFill>
                <a:srgbClr val="00B050"/>
              </a:solidFill>
            </a:endParaRPr>
          </a:p>
          <a:p>
            <a:pPr algn="r" rtl="1"/>
            <a:r>
              <a:rPr lang="he-IL" sz="4000" dirty="0">
                <a:solidFill>
                  <a:srgbClr val="00B050"/>
                </a:solidFill>
              </a:rPr>
              <a:t>למה לא בציונים </a:t>
            </a:r>
            <a:r>
              <a:rPr lang="en-US" sz="4000" dirty="0">
                <a:solidFill>
                  <a:srgbClr val="00B050"/>
                </a:solidFill>
              </a:rPr>
              <a:t>Z</a:t>
            </a:r>
            <a:r>
              <a:rPr lang="he-IL" sz="4000" dirty="0">
                <a:solidFill>
                  <a:srgbClr val="00B050"/>
                </a:solidFill>
              </a:rPr>
              <a:t> ? כי </a:t>
            </a:r>
            <a:r>
              <a:rPr lang="en-US" sz="4000" dirty="0" err="1">
                <a:solidFill>
                  <a:srgbClr val="00B050"/>
                </a:solidFill>
              </a:rPr>
              <a:t>המטרה</a:t>
            </a:r>
            <a:r>
              <a:rPr lang="en-US" sz="4000" dirty="0">
                <a:solidFill>
                  <a:srgbClr val="00B050"/>
                </a:solidFill>
              </a:rPr>
              <a:t> </a:t>
            </a:r>
            <a:r>
              <a:rPr lang="en-US" sz="4000" dirty="0" err="1">
                <a:solidFill>
                  <a:srgbClr val="00B050"/>
                </a:solidFill>
              </a:rPr>
              <a:t>היא</a:t>
            </a:r>
            <a:r>
              <a:rPr lang="en-US" sz="4000" dirty="0">
                <a:solidFill>
                  <a:srgbClr val="00B050"/>
                </a:solidFill>
              </a:rPr>
              <a:t> </a:t>
            </a:r>
            <a:r>
              <a:rPr lang="en-US" sz="4000" dirty="0" err="1">
                <a:solidFill>
                  <a:srgbClr val="00B050"/>
                </a:solidFill>
              </a:rPr>
              <a:t>לזהות</a:t>
            </a:r>
            <a:r>
              <a:rPr lang="en-US" sz="4000" dirty="0">
                <a:solidFill>
                  <a:srgbClr val="00B050"/>
                </a:solidFill>
              </a:rPr>
              <a:t> </a:t>
            </a:r>
            <a:r>
              <a:rPr lang="en-US" sz="4000" dirty="0" err="1">
                <a:solidFill>
                  <a:srgbClr val="00B050"/>
                </a:solidFill>
              </a:rPr>
              <a:t>את</a:t>
            </a:r>
            <a:r>
              <a:rPr lang="en-US" sz="4000" dirty="0">
                <a:solidFill>
                  <a:srgbClr val="00B050"/>
                </a:solidFill>
              </a:rPr>
              <a:t> </a:t>
            </a:r>
            <a:r>
              <a:rPr lang="en-US" sz="4000" dirty="0" err="1">
                <a:solidFill>
                  <a:srgbClr val="00B050"/>
                </a:solidFill>
              </a:rPr>
              <a:t>המניות</a:t>
            </a:r>
            <a:r>
              <a:rPr lang="en-US" sz="4000" dirty="0">
                <a:solidFill>
                  <a:srgbClr val="00B050"/>
                </a:solidFill>
              </a:rPr>
              <a:t> </a:t>
            </a:r>
            <a:r>
              <a:rPr lang="en-US" sz="4000" dirty="0" err="1">
                <a:solidFill>
                  <a:srgbClr val="00B050"/>
                </a:solidFill>
              </a:rPr>
              <a:t>בעלות</a:t>
            </a:r>
            <a:r>
              <a:rPr lang="en-US" sz="4000" dirty="0">
                <a:solidFill>
                  <a:srgbClr val="00B050"/>
                </a:solidFill>
              </a:rPr>
              <a:t> </a:t>
            </a:r>
            <a:r>
              <a:rPr lang="en-US" sz="4000" dirty="0" err="1">
                <a:solidFill>
                  <a:srgbClr val="00B050"/>
                </a:solidFill>
              </a:rPr>
              <a:t>הביצועים</a:t>
            </a:r>
            <a:r>
              <a:rPr lang="en-US" sz="4000" dirty="0">
                <a:solidFill>
                  <a:srgbClr val="00B050"/>
                </a:solidFill>
              </a:rPr>
              <a:t> </a:t>
            </a:r>
            <a:r>
              <a:rPr lang="en-US" sz="4000" dirty="0" err="1">
                <a:solidFill>
                  <a:srgbClr val="00B050"/>
                </a:solidFill>
              </a:rPr>
              <a:t>הטובים</a:t>
            </a:r>
            <a:r>
              <a:rPr lang="en-US" sz="4000" dirty="0">
                <a:solidFill>
                  <a:srgbClr val="00B050"/>
                </a:solidFill>
              </a:rPr>
              <a:t> </a:t>
            </a:r>
            <a:r>
              <a:rPr lang="en-US" sz="4000" dirty="0" err="1">
                <a:solidFill>
                  <a:srgbClr val="00B050"/>
                </a:solidFill>
              </a:rPr>
              <a:t>ביותר</a:t>
            </a:r>
            <a:r>
              <a:rPr lang="en-US" sz="4000" dirty="0">
                <a:solidFill>
                  <a:srgbClr val="00B050"/>
                </a:solidFill>
              </a:rPr>
              <a:t> </a:t>
            </a:r>
            <a:r>
              <a:rPr lang="en-US" sz="4000" dirty="0" err="1">
                <a:solidFill>
                  <a:srgbClr val="00B050"/>
                </a:solidFill>
              </a:rPr>
              <a:t>והגרועים</a:t>
            </a:r>
            <a:r>
              <a:rPr lang="en-US" sz="4000" dirty="0">
                <a:solidFill>
                  <a:srgbClr val="00B050"/>
                </a:solidFill>
              </a:rPr>
              <a:t> </a:t>
            </a:r>
            <a:r>
              <a:rPr lang="en-US" sz="4000" dirty="0" err="1">
                <a:solidFill>
                  <a:srgbClr val="00B050"/>
                </a:solidFill>
              </a:rPr>
              <a:t>ביותר</a:t>
            </a:r>
            <a:r>
              <a:rPr lang="en-US" sz="4000" dirty="0">
                <a:solidFill>
                  <a:srgbClr val="00B050"/>
                </a:solidFill>
              </a:rPr>
              <a:t> </a:t>
            </a:r>
            <a:r>
              <a:rPr lang="en-US" sz="4000" dirty="0" err="1">
                <a:solidFill>
                  <a:srgbClr val="00B050"/>
                </a:solidFill>
              </a:rPr>
              <a:t>בכל</a:t>
            </a:r>
            <a:r>
              <a:rPr lang="en-US" sz="4000" dirty="0">
                <a:solidFill>
                  <a:srgbClr val="00B050"/>
                </a:solidFill>
              </a:rPr>
              <a:t> </a:t>
            </a:r>
            <a:r>
              <a:rPr lang="en-US" sz="4000" dirty="0" err="1">
                <a:solidFill>
                  <a:srgbClr val="00B050"/>
                </a:solidFill>
              </a:rPr>
              <a:t>חודש</a:t>
            </a:r>
            <a:r>
              <a:rPr lang="en-US" sz="4000" dirty="0">
                <a:solidFill>
                  <a:srgbClr val="00B050"/>
                </a:solidFill>
              </a:rPr>
              <a:t>, </a:t>
            </a:r>
            <a:r>
              <a:rPr lang="en-US" sz="4000" dirty="0" err="1">
                <a:solidFill>
                  <a:srgbClr val="00B050"/>
                </a:solidFill>
              </a:rPr>
              <a:t>ולא</a:t>
            </a:r>
            <a:r>
              <a:rPr lang="en-US" sz="4000" dirty="0">
                <a:solidFill>
                  <a:srgbClr val="00B050"/>
                </a:solidFill>
              </a:rPr>
              <a:t> </a:t>
            </a:r>
            <a:r>
              <a:rPr lang="en-US" sz="4000" dirty="0" err="1">
                <a:solidFill>
                  <a:srgbClr val="00B050"/>
                </a:solidFill>
              </a:rPr>
              <a:t>למדוד</a:t>
            </a:r>
            <a:r>
              <a:rPr lang="en-US" sz="4000" dirty="0">
                <a:solidFill>
                  <a:srgbClr val="00B050"/>
                </a:solidFill>
              </a:rPr>
              <a:t> </a:t>
            </a:r>
            <a:r>
              <a:rPr lang="en-US" sz="4000" dirty="0" err="1">
                <a:solidFill>
                  <a:srgbClr val="00B050"/>
                </a:solidFill>
              </a:rPr>
              <a:t>בכמה</a:t>
            </a:r>
            <a:r>
              <a:rPr lang="en-US" sz="4000" dirty="0">
                <a:solidFill>
                  <a:srgbClr val="00B050"/>
                </a:solidFill>
              </a:rPr>
              <a:t> </a:t>
            </a:r>
            <a:r>
              <a:rPr lang="en-US" sz="4000" dirty="0" err="1">
                <a:solidFill>
                  <a:srgbClr val="00B050"/>
                </a:solidFill>
              </a:rPr>
              <a:t>סטיות</a:t>
            </a:r>
            <a:r>
              <a:rPr lang="en-US" sz="4000" dirty="0">
                <a:solidFill>
                  <a:srgbClr val="00B050"/>
                </a:solidFill>
              </a:rPr>
              <a:t> </a:t>
            </a:r>
            <a:r>
              <a:rPr lang="en-US" sz="4000" dirty="0" err="1">
                <a:solidFill>
                  <a:srgbClr val="00B050"/>
                </a:solidFill>
              </a:rPr>
              <a:t>תקן</a:t>
            </a:r>
            <a:r>
              <a:rPr lang="en-US" sz="4000" dirty="0">
                <a:solidFill>
                  <a:srgbClr val="00B050"/>
                </a:solidFill>
              </a:rPr>
              <a:t> </a:t>
            </a:r>
            <a:r>
              <a:rPr lang="en-US" sz="4000" dirty="0" err="1">
                <a:solidFill>
                  <a:srgbClr val="00B050"/>
                </a:solidFill>
              </a:rPr>
              <a:t>כל</a:t>
            </a:r>
            <a:r>
              <a:rPr lang="en-US" sz="4000" dirty="0">
                <a:solidFill>
                  <a:srgbClr val="00B050"/>
                </a:solidFill>
              </a:rPr>
              <a:t> </a:t>
            </a:r>
            <a:r>
              <a:rPr lang="en-US" sz="4000" dirty="0" err="1">
                <a:solidFill>
                  <a:srgbClr val="00B050"/>
                </a:solidFill>
              </a:rPr>
              <a:t>מניה</a:t>
            </a:r>
            <a:r>
              <a:rPr lang="en-US" sz="4000" dirty="0">
                <a:solidFill>
                  <a:srgbClr val="00B050"/>
                </a:solidFill>
              </a:rPr>
              <a:t> </a:t>
            </a:r>
            <a:r>
              <a:rPr lang="en-US" sz="4000" dirty="0" err="1">
                <a:solidFill>
                  <a:srgbClr val="00B050"/>
                </a:solidFill>
              </a:rPr>
              <a:t>רחוקה</a:t>
            </a:r>
            <a:r>
              <a:rPr lang="en-US" sz="4000" dirty="0">
                <a:solidFill>
                  <a:srgbClr val="00B050"/>
                </a:solidFill>
              </a:rPr>
              <a:t> </a:t>
            </a:r>
            <a:r>
              <a:rPr lang="en-US" sz="4000" dirty="0" err="1">
                <a:solidFill>
                  <a:srgbClr val="00B050"/>
                </a:solidFill>
              </a:rPr>
              <a:t>מהממוצע</a:t>
            </a:r>
            <a:r>
              <a:rPr lang="en-US" sz="4000" dirty="0">
                <a:solidFill>
                  <a:srgbClr val="00B050"/>
                </a:solidFill>
              </a:rPr>
              <a:t>.</a:t>
            </a:r>
          </a:p>
        </p:txBody>
      </p:sp>
      <p:pic>
        <p:nvPicPr>
          <p:cNvPr id="17" name="Image 0" descr="preencoded.png">
            <a:extLst>
              <a:ext uri="{FF2B5EF4-FFF2-40B4-BE49-F238E27FC236}">
                <a16:creationId xmlns:a16="http://schemas.microsoft.com/office/drawing/2014/main" id="{5AB47832-4FA9-B464-7441-FEEC35D1BC38}"/>
              </a:ext>
            </a:extLst>
          </p:cNvPr>
          <p:cNvPicPr>
            <a:picLocks noChangeAspect="1"/>
          </p:cNvPicPr>
          <p:nvPr/>
        </p:nvPicPr>
        <p:blipFill>
          <a:blip r:embed="rId3"/>
          <a:stretch>
            <a:fillRect/>
          </a:stretch>
        </p:blipFill>
        <p:spPr>
          <a:xfrm>
            <a:off x="6248400" y="1771122"/>
            <a:ext cx="887834" cy="887834"/>
          </a:xfrm>
          <a:prstGeom prst="rect">
            <a:avLst/>
          </a:prstGeom>
        </p:spPr>
      </p:pic>
    </p:spTree>
    <p:extLst>
      <p:ext uri="{BB962C8B-B14F-4D97-AF65-F5344CB8AC3E}">
        <p14:creationId xmlns:p14="http://schemas.microsoft.com/office/powerpoint/2010/main" val="339452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6AAE22D7-AA98-55A0-5BDA-FDFC27C0E99A}"/>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8D28230E-C0A3-5C06-C65F-D845860824E9}"/>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2A43BDDF-1D4E-F96D-24EF-2EAEB17B494E}"/>
              </a:ext>
            </a:extLst>
          </p:cNvPr>
          <p:cNvSpPr txBox="1"/>
          <p:nvPr/>
        </p:nvSpPr>
        <p:spPr>
          <a:xfrm>
            <a:off x="-685800" y="85338"/>
            <a:ext cx="17754600" cy="923330"/>
          </a:xfrm>
          <a:prstGeom prst="rect">
            <a:avLst/>
          </a:prstGeom>
          <a:noFill/>
        </p:spPr>
        <p:txBody>
          <a:bodyPr wrap="square" rtlCol="0">
            <a:spAutoFit/>
          </a:bodyPr>
          <a:lstStyle/>
          <a:p>
            <a:pPr algn="r" rtl="1"/>
            <a:r>
              <a:rPr lang="he-IL" sz="5400" dirty="0">
                <a:solidFill>
                  <a:srgbClr val="00B050"/>
                </a:solidFill>
              </a:rPr>
              <a:t>תוצאות רגרסיה חלוקת </a:t>
            </a:r>
            <a:r>
              <a:rPr lang="he-IL" sz="5400" dirty="0" err="1">
                <a:solidFill>
                  <a:srgbClr val="00B050"/>
                </a:solidFill>
              </a:rPr>
              <a:t>דצילים</a:t>
            </a:r>
            <a:r>
              <a:rPr lang="he-IL" sz="5400" dirty="0">
                <a:solidFill>
                  <a:srgbClr val="00B050"/>
                </a:solidFill>
              </a:rPr>
              <a:t> באירופה</a:t>
            </a:r>
            <a:endParaRPr lang="en-US" sz="3600" dirty="0">
              <a:solidFill>
                <a:srgbClr val="00B050"/>
              </a:solidFill>
            </a:endParaRPr>
          </a:p>
        </p:txBody>
      </p:sp>
      <p:grpSp>
        <p:nvGrpSpPr>
          <p:cNvPr id="4" name="Group 3">
            <a:extLst>
              <a:ext uri="{FF2B5EF4-FFF2-40B4-BE49-F238E27FC236}">
                <a16:creationId xmlns:a16="http://schemas.microsoft.com/office/drawing/2014/main" id="{87A19F80-E1A0-4B80-0A72-C10262A0BE1B}"/>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9AF550F7-CBDC-5736-4654-8E9CA609ABC9}"/>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6AA54DFB-18A6-1CC5-1850-EC27E1A4763B}"/>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pic>
        <p:nvPicPr>
          <p:cNvPr id="8" name="Picture 7" descr="The image displays a bar chart illustrating the annualized returns by momentum decile for Europe, with higher percentages for lower decile (D1 to D4) and lower percentages for higher decile (D5 to D10), indicating that past losers tend to outperform past winners.&#10;&#10;AI-generated content may be incorrect.">
            <a:extLst>
              <a:ext uri="{FF2B5EF4-FFF2-40B4-BE49-F238E27FC236}">
                <a16:creationId xmlns:a16="http://schemas.microsoft.com/office/drawing/2014/main" id="{8BC8C1BE-A16C-C392-1400-0D6A3888C8D9}"/>
              </a:ext>
            </a:extLst>
          </p:cNvPr>
          <p:cNvPicPr>
            <a:picLocks noChangeAspect="1"/>
          </p:cNvPicPr>
          <p:nvPr/>
        </p:nvPicPr>
        <p:blipFill>
          <a:blip r:embed="rId3"/>
          <a:stretch>
            <a:fillRect/>
          </a:stretch>
        </p:blipFill>
        <p:spPr>
          <a:xfrm>
            <a:off x="1219201" y="1347251"/>
            <a:ext cx="16173450" cy="8229600"/>
          </a:xfrm>
          <a:prstGeom prst="rect">
            <a:avLst/>
          </a:prstGeom>
        </p:spPr>
      </p:pic>
      <p:pic>
        <p:nvPicPr>
          <p:cNvPr id="2" name="Picture 1" descr="Stairs - Free icons">
            <a:extLst>
              <a:ext uri="{FF2B5EF4-FFF2-40B4-BE49-F238E27FC236}">
                <a16:creationId xmlns:a16="http://schemas.microsoft.com/office/drawing/2014/main" id="{4A461E40-A7F8-9150-2F6E-95DCD613B7F6}"/>
              </a:ext>
            </a:extLst>
          </p:cNvPr>
          <p:cNvPicPr>
            <a:picLocks noChangeAspect="1"/>
          </p:cNvPicPr>
          <p:nvPr/>
        </p:nvPicPr>
        <p:blipFill>
          <a:blip r:embed="rId4"/>
          <a:stretch>
            <a:fillRect/>
          </a:stretch>
        </p:blipFill>
        <p:spPr>
          <a:xfrm>
            <a:off x="2057400" y="1485899"/>
            <a:ext cx="3657601" cy="3657601"/>
          </a:xfrm>
          <a:prstGeom prst="rect">
            <a:avLst/>
          </a:prstGeom>
        </p:spPr>
      </p:pic>
    </p:spTree>
    <p:extLst>
      <p:ext uri="{BB962C8B-B14F-4D97-AF65-F5344CB8AC3E}">
        <p14:creationId xmlns:p14="http://schemas.microsoft.com/office/powerpoint/2010/main" val="1405207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46599042-43F4-F778-D26A-698E861DE325}"/>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B303AF98-7205-7572-B5DB-F06E512CD7EF}"/>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994EF157-3C3B-1C8B-87E9-5350D6EA9760}"/>
              </a:ext>
            </a:extLst>
          </p:cNvPr>
          <p:cNvSpPr txBox="1"/>
          <p:nvPr/>
        </p:nvSpPr>
        <p:spPr>
          <a:xfrm>
            <a:off x="-685800" y="85338"/>
            <a:ext cx="17754600" cy="923330"/>
          </a:xfrm>
          <a:prstGeom prst="rect">
            <a:avLst/>
          </a:prstGeom>
          <a:noFill/>
        </p:spPr>
        <p:txBody>
          <a:bodyPr wrap="square" rtlCol="0">
            <a:spAutoFit/>
          </a:bodyPr>
          <a:lstStyle/>
          <a:p>
            <a:pPr algn="r" rtl="1"/>
            <a:r>
              <a:rPr lang="he-IL" sz="5400" dirty="0">
                <a:solidFill>
                  <a:srgbClr val="00B050"/>
                </a:solidFill>
              </a:rPr>
              <a:t>תוצאות רגרסיה חלוקת </a:t>
            </a:r>
            <a:r>
              <a:rPr lang="he-IL" sz="5400" dirty="0" err="1">
                <a:solidFill>
                  <a:srgbClr val="00B050"/>
                </a:solidFill>
              </a:rPr>
              <a:t>דצילים</a:t>
            </a:r>
            <a:r>
              <a:rPr lang="he-IL" sz="5400" dirty="0">
                <a:solidFill>
                  <a:srgbClr val="00B050"/>
                </a:solidFill>
              </a:rPr>
              <a:t> בארה"ב</a:t>
            </a:r>
            <a:endParaRPr lang="en-US" sz="3600" dirty="0">
              <a:solidFill>
                <a:srgbClr val="00B050"/>
              </a:solidFill>
            </a:endParaRPr>
          </a:p>
        </p:txBody>
      </p:sp>
      <p:grpSp>
        <p:nvGrpSpPr>
          <p:cNvPr id="4" name="Group 3">
            <a:extLst>
              <a:ext uri="{FF2B5EF4-FFF2-40B4-BE49-F238E27FC236}">
                <a16:creationId xmlns:a16="http://schemas.microsoft.com/office/drawing/2014/main" id="{DED5FFA7-55BB-757C-F2A5-5D28979A4B43}"/>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8FD1DB1F-9D38-F368-2D5A-4E59AFE11733}"/>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E9ADCF5F-1540-1404-FE77-1133289D4636}"/>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pic>
        <p:nvPicPr>
          <p:cNvPr id="8" name="Picture 7" descr="The image displays a bar chart illustrating the annualized returns of different momentum decile categories, showing a descending trend from the highest returns for the top decile (D1) at 17.9% to the lowest for the bottom decile (D10) at 0.0%.&#10;&#10;AI-generated content may be incorrect.">
            <a:extLst>
              <a:ext uri="{FF2B5EF4-FFF2-40B4-BE49-F238E27FC236}">
                <a16:creationId xmlns:a16="http://schemas.microsoft.com/office/drawing/2014/main" id="{6C0819F8-1C76-FFB1-0484-3A41F1EB9613}"/>
              </a:ext>
            </a:extLst>
          </p:cNvPr>
          <p:cNvPicPr>
            <a:picLocks noChangeAspect="1"/>
          </p:cNvPicPr>
          <p:nvPr/>
        </p:nvPicPr>
        <p:blipFill>
          <a:blip r:embed="rId3"/>
          <a:stretch>
            <a:fillRect/>
          </a:stretch>
        </p:blipFill>
        <p:spPr>
          <a:xfrm>
            <a:off x="1255585" y="1305392"/>
            <a:ext cx="16206247" cy="8247647"/>
          </a:xfrm>
          <a:prstGeom prst="rect">
            <a:avLst/>
          </a:prstGeom>
        </p:spPr>
      </p:pic>
      <p:pic>
        <p:nvPicPr>
          <p:cNvPr id="9" name="Picture 8" descr="Exclamation mark - Free signaling icons">
            <a:extLst>
              <a:ext uri="{FF2B5EF4-FFF2-40B4-BE49-F238E27FC236}">
                <a16:creationId xmlns:a16="http://schemas.microsoft.com/office/drawing/2014/main" id="{99F9CB1F-3864-0BE5-A00C-E6BBD47F4F70}"/>
              </a:ext>
            </a:extLst>
          </p:cNvPr>
          <p:cNvPicPr>
            <a:picLocks noChangeAspect="1"/>
          </p:cNvPicPr>
          <p:nvPr/>
        </p:nvPicPr>
        <p:blipFill>
          <a:blip r:embed="rId4"/>
          <a:stretch>
            <a:fillRect/>
          </a:stretch>
        </p:blipFill>
        <p:spPr>
          <a:xfrm>
            <a:off x="4876800" y="1002652"/>
            <a:ext cx="1865933" cy="1865933"/>
          </a:xfrm>
          <a:prstGeom prst="rect">
            <a:avLst/>
          </a:prstGeom>
        </p:spPr>
      </p:pic>
    </p:spTree>
    <p:extLst>
      <p:ext uri="{BB962C8B-B14F-4D97-AF65-F5344CB8AC3E}">
        <p14:creationId xmlns:p14="http://schemas.microsoft.com/office/powerpoint/2010/main" val="1166583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921E1908-9FB8-6125-5F86-D02BBEF86DFF}"/>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B4D4F042-0608-924A-FE37-ABB4A65BB1FA}"/>
              </a:ext>
            </a:extLst>
          </p:cNvPr>
          <p:cNvSpPr/>
          <p:nvPr/>
        </p:nvSpPr>
        <p:spPr>
          <a:xfrm rot="-507067">
            <a:off x="14919123" y="-2720092"/>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12FAFE4F-72F0-BC86-735F-B92724B6A393}"/>
              </a:ext>
            </a:extLst>
          </p:cNvPr>
          <p:cNvSpPr txBox="1"/>
          <p:nvPr/>
        </p:nvSpPr>
        <p:spPr>
          <a:xfrm>
            <a:off x="228600" y="70065"/>
            <a:ext cx="16764000" cy="1323439"/>
          </a:xfrm>
          <a:prstGeom prst="rect">
            <a:avLst/>
          </a:prstGeom>
          <a:noFill/>
        </p:spPr>
        <p:txBody>
          <a:bodyPr wrap="square" rtlCol="0">
            <a:spAutoFit/>
          </a:bodyPr>
          <a:lstStyle/>
          <a:p>
            <a:pPr algn="r" rtl="1"/>
            <a:r>
              <a:rPr lang="he-IL" sz="8000" dirty="0">
                <a:solidFill>
                  <a:srgbClr val="FF0000"/>
                </a:solidFill>
              </a:rPr>
              <a:t>בעיה!!!!! </a:t>
            </a:r>
            <a:r>
              <a:rPr lang="en-US" sz="8000" dirty="0">
                <a:solidFill>
                  <a:srgbClr val="FF0000"/>
                </a:solidFill>
              </a:rPr>
              <a:t>Survivor Ship-Bias</a:t>
            </a:r>
            <a:endParaRPr lang="en-US" sz="5400" dirty="0">
              <a:solidFill>
                <a:srgbClr val="FF0000"/>
              </a:solidFill>
            </a:endParaRPr>
          </a:p>
        </p:txBody>
      </p:sp>
      <p:grpSp>
        <p:nvGrpSpPr>
          <p:cNvPr id="4" name="Group 3">
            <a:extLst>
              <a:ext uri="{FF2B5EF4-FFF2-40B4-BE49-F238E27FC236}">
                <a16:creationId xmlns:a16="http://schemas.microsoft.com/office/drawing/2014/main" id="{E5A96C42-6A6C-2933-8A1B-E7948CA00CC6}"/>
              </a:ext>
            </a:extLst>
          </p:cNvPr>
          <p:cNvGrpSpPr/>
          <p:nvPr/>
        </p:nvGrpSpPr>
        <p:grpSpPr>
          <a:xfrm>
            <a:off x="1219200" y="1323439"/>
            <a:ext cx="16230600" cy="8229600"/>
            <a:chOff x="0" y="0"/>
            <a:chExt cx="4274726" cy="2167467"/>
          </a:xfrm>
        </p:grpSpPr>
        <p:sp>
          <p:nvSpPr>
            <p:cNvPr id="6" name="Freeform 4">
              <a:extLst>
                <a:ext uri="{FF2B5EF4-FFF2-40B4-BE49-F238E27FC236}">
                  <a16:creationId xmlns:a16="http://schemas.microsoft.com/office/drawing/2014/main" id="{962218A5-6742-1669-E6FC-26ADB7221B0C}"/>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pPr algn="r" rtl="1"/>
              <a:endParaRPr lang="he-IL" sz="4400" dirty="0">
                <a:solidFill>
                  <a:schemeClr val="bg1"/>
                </a:solidFill>
              </a:endParaRPr>
            </a:p>
          </p:txBody>
        </p:sp>
        <p:sp>
          <p:nvSpPr>
            <p:cNvPr id="7" name="TextBox 5">
              <a:extLst>
                <a:ext uri="{FF2B5EF4-FFF2-40B4-BE49-F238E27FC236}">
                  <a16:creationId xmlns:a16="http://schemas.microsoft.com/office/drawing/2014/main" id="{8039CBD0-7A77-5B81-99AA-806C2E9560B3}"/>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pic>
        <p:nvPicPr>
          <p:cNvPr id="2" name="Picture 1" descr="The Dangers of Survivorship Bias | The Curiosity Chronicle">
            <a:extLst>
              <a:ext uri="{FF2B5EF4-FFF2-40B4-BE49-F238E27FC236}">
                <a16:creationId xmlns:a16="http://schemas.microsoft.com/office/drawing/2014/main" id="{5D405D2C-32B7-3565-232B-5CD5F4AD4B83}"/>
              </a:ext>
            </a:extLst>
          </p:cNvPr>
          <p:cNvPicPr>
            <a:picLocks noChangeAspect="1"/>
          </p:cNvPicPr>
          <p:nvPr/>
        </p:nvPicPr>
        <p:blipFill>
          <a:blip r:embed="rId3"/>
          <a:stretch>
            <a:fillRect/>
          </a:stretch>
        </p:blipFill>
        <p:spPr>
          <a:xfrm>
            <a:off x="47625" y="-14288"/>
            <a:ext cx="5019675" cy="3724610"/>
          </a:xfrm>
          <a:prstGeom prst="rect">
            <a:avLst/>
          </a:prstGeom>
        </p:spPr>
      </p:pic>
      <p:pic>
        <p:nvPicPr>
          <p:cNvPr id="8" name="Picture 7" descr="The Dangers of Survivorship Bias | The Curiosity Chronicle">
            <a:extLst>
              <a:ext uri="{FF2B5EF4-FFF2-40B4-BE49-F238E27FC236}">
                <a16:creationId xmlns:a16="http://schemas.microsoft.com/office/drawing/2014/main" id="{F53E7B2E-7B05-6F5F-587F-FC6529945FDC}"/>
              </a:ext>
            </a:extLst>
          </p:cNvPr>
          <p:cNvPicPr>
            <a:picLocks noChangeAspect="1"/>
          </p:cNvPicPr>
          <p:nvPr/>
        </p:nvPicPr>
        <p:blipFill>
          <a:blip r:embed="rId4"/>
          <a:stretch>
            <a:fillRect/>
          </a:stretch>
        </p:blipFill>
        <p:spPr>
          <a:xfrm>
            <a:off x="9525" y="3702935"/>
            <a:ext cx="5048250" cy="3842058"/>
          </a:xfrm>
          <a:prstGeom prst="rect">
            <a:avLst/>
          </a:prstGeom>
        </p:spPr>
      </p:pic>
      <p:cxnSp>
        <p:nvCxnSpPr>
          <p:cNvPr id="15" name="Straight Arrow Connector 14">
            <a:extLst>
              <a:ext uri="{FF2B5EF4-FFF2-40B4-BE49-F238E27FC236}">
                <a16:creationId xmlns:a16="http://schemas.microsoft.com/office/drawing/2014/main" id="{FF881A94-7E4D-A4BA-7261-2B77782C51EB}"/>
              </a:ext>
            </a:extLst>
          </p:cNvPr>
          <p:cNvCxnSpPr>
            <a:cxnSpLocks/>
          </p:cNvCxnSpPr>
          <p:nvPr/>
        </p:nvCxnSpPr>
        <p:spPr>
          <a:xfrm flipH="1" flipV="1">
            <a:off x="8022549" y="1409164"/>
            <a:ext cx="23743" cy="472493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9D44C78-3900-53A6-1ED2-3767E074FFAB}"/>
              </a:ext>
            </a:extLst>
          </p:cNvPr>
          <p:cNvCxnSpPr>
            <a:cxnSpLocks/>
          </p:cNvCxnSpPr>
          <p:nvPr/>
        </p:nvCxnSpPr>
        <p:spPr>
          <a:xfrm>
            <a:off x="8139161" y="6076950"/>
            <a:ext cx="59436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3B5DB6-AB0B-C9D4-CD56-3506D527C4A0}"/>
              </a:ext>
            </a:extLst>
          </p:cNvPr>
          <p:cNvCxnSpPr>
            <a:cxnSpLocks/>
          </p:cNvCxnSpPr>
          <p:nvPr/>
        </p:nvCxnSpPr>
        <p:spPr>
          <a:xfrm>
            <a:off x="11849091" y="1322787"/>
            <a:ext cx="76200" cy="475416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D663FBF-9435-E8E0-14B2-24B462D19F79}"/>
              </a:ext>
            </a:extLst>
          </p:cNvPr>
          <p:cNvCxnSpPr>
            <a:cxnSpLocks/>
          </p:cNvCxnSpPr>
          <p:nvPr/>
        </p:nvCxnSpPr>
        <p:spPr>
          <a:xfrm>
            <a:off x="8434436" y="2079621"/>
            <a:ext cx="3176522" cy="2652710"/>
          </a:xfrm>
          <a:prstGeom prst="straightConnector1">
            <a:avLst/>
          </a:prstGeom>
          <a:ln w="28575">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DF7D758-7291-EC0C-C062-7AAA91367A1B}"/>
              </a:ext>
            </a:extLst>
          </p:cNvPr>
          <p:cNvCxnSpPr>
            <a:cxnSpLocks/>
          </p:cNvCxnSpPr>
          <p:nvPr/>
        </p:nvCxnSpPr>
        <p:spPr>
          <a:xfrm flipV="1">
            <a:off x="11620500" y="1943073"/>
            <a:ext cx="647700" cy="2692541"/>
          </a:xfrm>
          <a:prstGeom prst="straightConnector1">
            <a:avLst/>
          </a:prstGeom>
          <a:ln w="28575">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F654E22-6494-1D39-5011-F83F84BA1E91}"/>
              </a:ext>
            </a:extLst>
          </p:cNvPr>
          <p:cNvCxnSpPr>
            <a:cxnSpLocks/>
          </p:cNvCxnSpPr>
          <p:nvPr/>
        </p:nvCxnSpPr>
        <p:spPr>
          <a:xfrm>
            <a:off x="8258367" y="2258198"/>
            <a:ext cx="3028807" cy="3546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Multiplication Sign 33">
            <a:extLst>
              <a:ext uri="{FF2B5EF4-FFF2-40B4-BE49-F238E27FC236}">
                <a16:creationId xmlns:a16="http://schemas.microsoft.com/office/drawing/2014/main" id="{5542A1DC-427A-D00A-A1C5-B859B2486994}"/>
              </a:ext>
            </a:extLst>
          </p:cNvPr>
          <p:cNvSpPr/>
          <p:nvPr/>
        </p:nvSpPr>
        <p:spPr>
          <a:xfrm>
            <a:off x="11182433" y="5118156"/>
            <a:ext cx="876134" cy="797415"/>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Smiley Face 34">
            <a:extLst>
              <a:ext uri="{FF2B5EF4-FFF2-40B4-BE49-F238E27FC236}">
                <a16:creationId xmlns:a16="http://schemas.microsoft.com/office/drawing/2014/main" id="{6D556DE6-DA8D-D5B6-E87D-FF32C65F7A24}"/>
              </a:ext>
            </a:extLst>
          </p:cNvPr>
          <p:cNvSpPr/>
          <p:nvPr/>
        </p:nvSpPr>
        <p:spPr>
          <a:xfrm>
            <a:off x="12224823" y="1923856"/>
            <a:ext cx="886107" cy="824178"/>
          </a:xfrm>
          <a:prstGeom prst="smileyFac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descr="The image displays a bar chart depicting the annualized returns by momentum decile, indicating a downward trend in returns as the momentum decile increases, from 18.6% for the highest decile to 0.0% for the lowest.&#10;&#10;AI-generated content may be incorrect.">
            <a:extLst>
              <a:ext uri="{FF2B5EF4-FFF2-40B4-BE49-F238E27FC236}">
                <a16:creationId xmlns:a16="http://schemas.microsoft.com/office/drawing/2014/main" id="{8D485B08-F879-B31E-34F5-6803FD202888}"/>
              </a:ext>
            </a:extLst>
          </p:cNvPr>
          <p:cNvPicPr>
            <a:picLocks noChangeAspect="1"/>
          </p:cNvPicPr>
          <p:nvPr/>
        </p:nvPicPr>
        <p:blipFill>
          <a:blip r:embed="rId5"/>
          <a:stretch>
            <a:fillRect/>
          </a:stretch>
        </p:blipFill>
        <p:spPr>
          <a:xfrm>
            <a:off x="5758710" y="6252616"/>
            <a:ext cx="8028119" cy="3279091"/>
          </a:xfrm>
          <a:prstGeom prst="rect">
            <a:avLst/>
          </a:prstGeom>
        </p:spPr>
      </p:pic>
      <p:pic>
        <p:nvPicPr>
          <p:cNvPr id="51" name="Picture 50" descr="yfinance documentation — yfinance">
            <a:extLst>
              <a:ext uri="{FF2B5EF4-FFF2-40B4-BE49-F238E27FC236}">
                <a16:creationId xmlns:a16="http://schemas.microsoft.com/office/drawing/2014/main" id="{38FD55C8-6E0D-EB87-E757-C3250CF02EB5}"/>
              </a:ext>
            </a:extLst>
          </p:cNvPr>
          <p:cNvPicPr>
            <a:picLocks noChangeAspect="1"/>
          </p:cNvPicPr>
          <p:nvPr/>
        </p:nvPicPr>
        <p:blipFill>
          <a:blip r:embed="rId6"/>
          <a:stretch>
            <a:fillRect/>
          </a:stretch>
        </p:blipFill>
        <p:spPr>
          <a:xfrm>
            <a:off x="14116628" y="5274733"/>
            <a:ext cx="3286125" cy="1390650"/>
          </a:xfrm>
          <a:prstGeom prst="rect">
            <a:avLst/>
          </a:prstGeom>
        </p:spPr>
      </p:pic>
      <p:pic>
        <p:nvPicPr>
          <p:cNvPr id="53" name="Picture 52" descr="The image contains a list of stock tickers, each followed by a statement indicating they may be delisted and have no associated timezone.&#10;&#10;AI-generated content may be incorrect.">
            <a:extLst>
              <a:ext uri="{FF2B5EF4-FFF2-40B4-BE49-F238E27FC236}">
                <a16:creationId xmlns:a16="http://schemas.microsoft.com/office/drawing/2014/main" id="{9D72BECF-F12D-9252-6FD0-20C1DD1DF9EF}"/>
              </a:ext>
            </a:extLst>
          </p:cNvPr>
          <p:cNvPicPr>
            <a:picLocks noChangeAspect="1"/>
          </p:cNvPicPr>
          <p:nvPr/>
        </p:nvPicPr>
        <p:blipFill>
          <a:blip r:embed="rId7"/>
          <a:stretch>
            <a:fillRect/>
          </a:stretch>
        </p:blipFill>
        <p:spPr>
          <a:xfrm>
            <a:off x="14142076" y="1262374"/>
            <a:ext cx="4179446" cy="4033526"/>
          </a:xfrm>
          <a:prstGeom prst="rect">
            <a:avLst/>
          </a:prstGeom>
        </p:spPr>
      </p:pic>
      <p:cxnSp>
        <p:nvCxnSpPr>
          <p:cNvPr id="11" name="Straight Connector 10">
            <a:extLst>
              <a:ext uri="{FF2B5EF4-FFF2-40B4-BE49-F238E27FC236}">
                <a16:creationId xmlns:a16="http://schemas.microsoft.com/office/drawing/2014/main" id="{55C8BD97-EF11-2159-1F98-271CFCB3B38D}"/>
              </a:ext>
            </a:extLst>
          </p:cNvPr>
          <p:cNvCxnSpPr>
            <a:cxnSpLocks/>
          </p:cNvCxnSpPr>
          <p:nvPr/>
        </p:nvCxnSpPr>
        <p:spPr>
          <a:xfrm>
            <a:off x="8139161" y="4732331"/>
            <a:ext cx="5195839" cy="0"/>
          </a:xfrm>
          <a:prstGeom prst="line">
            <a:avLst/>
          </a:prstGeom>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594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388DAE2C-389B-6301-C02E-A7CDA98D226C}"/>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798ACC18-6D4A-D7E6-E9D6-A249F764C4B6}"/>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cxnSp>
        <p:nvCxnSpPr>
          <p:cNvPr id="9" name="Straight Arrow Connector 8">
            <a:extLst>
              <a:ext uri="{FF2B5EF4-FFF2-40B4-BE49-F238E27FC236}">
                <a16:creationId xmlns:a16="http://schemas.microsoft.com/office/drawing/2014/main" id="{28BDADDC-9E8B-4D32-4FF0-DFDA2875AE53}"/>
              </a:ext>
            </a:extLst>
          </p:cNvPr>
          <p:cNvCxnSpPr>
            <a:cxnSpLocks/>
          </p:cNvCxnSpPr>
          <p:nvPr/>
        </p:nvCxnSpPr>
        <p:spPr>
          <a:xfrm flipV="1">
            <a:off x="2407120" y="0"/>
            <a:ext cx="107480" cy="9105900"/>
          </a:xfrm>
          <a:prstGeom prst="straightConnector1">
            <a:avLst/>
          </a:prstGeom>
          <a:ln w="76200">
            <a:solidFill>
              <a:schemeClr val="accent5">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2A98151-57B7-6352-FBBF-994FD50E0845}"/>
              </a:ext>
            </a:extLst>
          </p:cNvPr>
          <p:cNvCxnSpPr>
            <a:cxnSpLocks/>
          </p:cNvCxnSpPr>
          <p:nvPr/>
        </p:nvCxnSpPr>
        <p:spPr>
          <a:xfrm>
            <a:off x="2514600" y="5753100"/>
            <a:ext cx="14554200" cy="0"/>
          </a:xfrm>
          <a:prstGeom prst="straightConnector1">
            <a:avLst/>
          </a:prstGeom>
          <a:ln w="76200">
            <a:solidFill>
              <a:schemeClr val="accent5">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B9DAE81-D163-7978-CD7C-3F8DE3502E56}"/>
              </a:ext>
            </a:extLst>
          </p:cNvPr>
          <p:cNvSpPr txBox="1"/>
          <p:nvPr/>
        </p:nvSpPr>
        <p:spPr>
          <a:xfrm>
            <a:off x="1524000" y="21263"/>
            <a:ext cx="16764000" cy="1323439"/>
          </a:xfrm>
          <a:prstGeom prst="rect">
            <a:avLst/>
          </a:prstGeom>
          <a:noFill/>
        </p:spPr>
        <p:txBody>
          <a:bodyPr wrap="square" rtlCol="0">
            <a:spAutoFit/>
          </a:bodyPr>
          <a:lstStyle/>
          <a:p>
            <a:pPr algn="r" rtl="1"/>
            <a:r>
              <a:rPr lang="he-IL" sz="4000" dirty="0">
                <a:solidFill>
                  <a:srgbClr val="00B050"/>
                </a:solidFill>
              </a:rPr>
              <a:t>אסטרטגיית </a:t>
            </a:r>
            <a:r>
              <a:rPr lang="en-US" sz="4000" dirty="0">
                <a:solidFill>
                  <a:srgbClr val="00B050"/>
                </a:solidFill>
              </a:rPr>
              <a:t>  W-L</a:t>
            </a:r>
            <a:r>
              <a:rPr lang="he-IL" sz="4000" dirty="0">
                <a:solidFill>
                  <a:srgbClr val="00B050"/>
                </a:solidFill>
              </a:rPr>
              <a:t> אידאלית:</a:t>
            </a:r>
            <a:r>
              <a:rPr lang="en-US" sz="4000" dirty="0">
                <a:solidFill>
                  <a:srgbClr val="00B050"/>
                </a:solidFill>
              </a:rPr>
              <a:t> </a:t>
            </a:r>
            <a:r>
              <a:rPr lang="he-IL" sz="4000" dirty="0">
                <a:solidFill>
                  <a:srgbClr val="00B050"/>
                </a:solidFill>
              </a:rPr>
              <a:t> לנצח בשתי חזיתות אם זה קורה אומר בהכרח שיש מומנטום חזק</a:t>
            </a:r>
            <a:r>
              <a:rPr lang="en-US" sz="4000" dirty="0">
                <a:solidFill>
                  <a:srgbClr val="00B050"/>
                </a:solidFill>
              </a:rPr>
              <a:t> </a:t>
            </a:r>
            <a:r>
              <a:rPr lang="he-IL" sz="4000" dirty="0">
                <a:solidFill>
                  <a:srgbClr val="00B050"/>
                </a:solidFill>
              </a:rPr>
              <a:t> כי עונה ישירות על ההגדרה</a:t>
            </a:r>
            <a:endParaRPr lang="en-US" sz="2400" dirty="0">
              <a:solidFill>
                <a:srgbClr val="00B050"/>
              </a:solidFill>
            </a:endParaRPr>
          </a:p>
        </p:txBody>
      </p:sp>
      <p:sp>
        <p:nvSpPr>
          <p:cNvPr id="24" name="Arrow: Up 23">
            <a:extLst>
              <a:ext uri="{FF2B5EF4-FFF2-40B4-BE49-F238E27FC236}">
                <a16:creationId xmlns:a16="http://schemas.microsoft.com/office/drawing/2014/main" id="{9130AF29-29BE-789C-558B-C20AA1C7CCC5}"/>
              </a:ext>
            </a:extLst>
          </p:cNvPr>
          <p:cNvSpPr/>
          <p:nvPr/>
        </p:nvSpPr>
        <p:spPr>
          <a:xfrm rot="5868657" flipH="1">
            <a:off x="7192111" y="1656744"/>
            <a:ext cx="559971" cy="9782352"/>
          </a:xfrm>
          <a:prstGeom prst="up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Arrow: Up 25">
            <a:extLst>
              <a:ext uri="{FF2B5EF4-FFF2-40B4-BE49-F238E27FC236}">
                <a16:creationId xmlns:a16="http://schemas.microsoft.com/office/drawing/2014/main" id="{967F98D3-E19B-AAC6-7A89-DAF7ED192479}"/>
              </a:ext>
            </a:extLst>
          </p:cNvPr>
          <p:cNvSpPr/>
          <p:nvPr/>
        </p:nvSpPr>
        <p:spPr>
          <a:xfrm rot="4651659" flipH="1">
            <a:off x="7261329" y="-233513"/>
            <a:ext cx="421536" cy="9886893"/>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Arrow: Up 27">
            <a:extLst>
              <a:ext uri="{FF2B5EF4-FFF2-40B4-BE49-F238E27FC236}">
                <a16:creationId xmlns:a16="http://schemas.microsoft.com/office/drawing/2014/main" id="{C1E5D219-DD40-F2B7-E537-DBF2B44E60B8}"/>
              </a:ext>
            </a:extLst>
          </p:cNvPr>
          <p:cNvSpPr/>
          <p:nvPr/>
        </p:nvSpPr>
        <p:spPr>
          <a:xfrm rot="4015446" flipH="1">
            <a:off x="6695284" y="-933835"/>
            <a:ext cx="433200" cy="960855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F7D5BB65-F246-1F6D-B51F-79E4550EBFA4}"/>
              </a:ext>
            </a:extLst>
          </p:cNvPr>
          <p:cNvSpPr txBox="1"/>
          <p:nvPr/>
        </p:nvSpPr>
        <p:spPr>
          <a:xfrm rot="20705564">
            <a:off x="5948758" y="3730694"/>
            <a:ext cx="4520411" cy="707886"/>
          </a:xfrm>
          <a:prstGeom prst="rect">
            <a:avLst/>
          </a:prstGeom>
          <a:noFill/>
        </p:spPr>
        <p:txBody>
          <a:bodyPr wrap="square" rtlCol="0">
            <a:spAutoFit/>
          </a:bodyPr>
          <a:lstStyle/>
          <a:p>
            <a:pPr algn="ctr"/>
            <a:r>
              <a:rPr lang="he-IL" sz="4000" dirty="0">
                <a:solidFill>
                  <a:srgbClr val="00B050"/>
                </a:solidFill>
              </a:rPr>
              <a:t> </a:t>
            </a:r>
            <a:r>
              <a:rPr lang="en-US" sz="4000" dirty="0">
                <a:solidFill>
                  <a:srgbClr val="00B050"/>
                </a:solidFill>
              </a:rPr>
              <a:t>	D10 </a:t>
            </a:r>
            <a:r>
              <a:rPr lang="he-IL" sz="4000" dirty="0">
                <a:solidFill>
                  <a:srgbClr val="00B050"/>
                </a:solidFill>
              </a:rPr>
              <a:t>תיק הלונג</a:t>
            </a:r>
            <a:endParaRPr lang="en-US" sz="4000" dirty="0">
              <a:solidFill>
                <a:srgbClr val="00B050"/>
              </a:solidFill>
            </a:endParaRPr>
          </a:p>
        </p:txBody>
      </p:sp>
      <p:sp>
        <p:nvSpPr>
          <p:cNvPr id="36" name="TextBox 35">
            <a:extLst>
              <a:ext uri="{FF2B5EF4-FFF2-40B4-BE49-F238E27FC236}">
                <a16:creationId xmlns:a16="http://schemas.microsoft.com/office/drawing/2014/main" id="{DB40AF84-AE8E-935D-0587-32F29ADA3D77}"/>
              </a:ext>
            </a:extLst>
          </p:cNvPr>
          <p:cNvSpPr txBox="1"/>
          <p:nvPr/>
        </p:nvSpPr>
        <p:spPr>
          <a:xfrm rot="667243">
            <a:off x="5355047" y="6714877"/>
            <a:ext cx="4520411" cy="707886"/>
          </a:xfrm>
          <a:prstGeom prst="rect">
            <a:avLst/>
          </a:prstGeom>
          <a:noFill/>
        </p:spPr>
        <p:txBody>
          <a:bodyPr wrap="square" rtlCol="0">
            <a:spAutoFit/>
          </a:bodyPr>
          <a:lstStyle/>
          <a:p>
            <a:pPr algn="ctr" rtl="1"/>
            <a:r>
              <a:rPr lang="he-IL" sz="4000" dirty="0">
                <a:solidFill>
                  <a:schemeClr val="accent2"/>
                </a:solidFill>
              </a:rPr>
              <a:t>תיק השורט</a:t>
            </a:r>
            <a:r>
              <a:rPr lang="en-US" sz="4000" dirty="0">
                <a:solidFill>
                  <a:schemeClr val="accent2"/>
                </a:solidFill>
              </a:rPr>
              <a:t> D1 </a:t>
            </a:r>
          </a:p>
        </p:txBody>
      </p:sp>
      <p:sp>
        <p:nvSpPr>
          <p:cNvPr id="3" name="TextBox 2">
            <a:extLst>
              <a:ext uri="{FF2B5EF4-FFF2-40B4-BE49-F238E27FC236}">
                <a16:creationId xmlns:a16="http://schemas.microsoft.com/office/drawing/2014/main" id="{0825E153-05D8-D8E5-D8BE-E2A301A523CB}"/>
              </a:ext>
            </a:extLst>
          </p:cNvPr>
          <p:cNvSpPr txBox="1"/>
          <p:nvPr/>
        </p:nvSpPr>
        <p:spPr>
          <a:xfrm rot="19692433">
            <a:off x="4291259" y="2592978"/>
            <a:ext cx="4520411" cy="707886"/>
          </a:xfrm>
          <a:prstGeom prst="rect">
            <a:avLst/>
          </a:prstGeom>
          <a:noFill/>
        </p:spPr>
        <p:txBody>
          <a:bodyPr wrap="square" rtlCol="0">
            <a:spAutoFit/>
          </a:bodyPr>
          <a:lstStyle/>
          <a:p>
            <a:pPr algn="ctr"/>
            <a:r>
              <a:rPr lang="he-IL" sz="4000" dirty="0">
                <a:solidFill>
                  <a:schemeClr val="tx2">
                    <a:lumMod val="60000"/>
                    <a:lumOff val="40000"/>
                  </a:schemeClr>
                </a:solidFill>
              </a:rPr>
              <a:t>החזר האסטרטגיה</a:t>
            </a:r>
            <a:endParaRPr lang="en-US" sz="4000" dirty="0">
              <a:solidFill>
                <a:schemeClr val="tx2">
                  <a:lumMod val="60000"/>
                  <a:lumOff val="40000"/>
                </a:schemeClr>
              </a:solidFill>
            </a:endParaRPr>
          </a:p>
        </p:txBody>
      </p:sp>
      <p:sp>
        <p:nvSpPr>
          <p:cNvPr id="6" name="TextBox 5">
            <a:extLst>
              <a:ext uri="{FF2B5EF4-FFF2-40B4-BE49-F238E27FC236}">
                <a16:creationId xmlns:a16="http://schemas.microsoft.com/office/drawing/2014/main" id="{3D70E98D-2001-D7BE-544D-9E6A95FFECE4}"/>
              </a:ext>
            </a:extLst>
          </p:cNvPr>
          <p:cNvSpPr txBox="1"/>
          <p:nvPr/>
        </p:nvSpPr>
        <p:spPr>
          <a:xfrm rot="16200000">
            <a:off x="-668788" y="4526239"/>
            <a:ext cx="4520411" cy="707886"/>
          </a:xfrm>
          <a:prstGeom prst="rect">
            <a:avLst/>
          </a:prstGeom>
          <a:noFill/>
        </p:spPr>
        <p:txBody>
          <a:bodyPr wrap="square" rtlCol="0">
            <a:spAutoFit/>
          </a:bodyPr>
          <a:lstStyle/>
          <a:p>
            <a:pPr algn="ctr"/>
            <a:r>
              <a:rPr lang="he-IL" sz="4000" dirty="0">
                <a:solidFill>
                  <a:schemeClr val="bg1"/>
                </a:solidFill>
              </a:rPr>
              <a:t>ערך התיקים</a:t>
            </a:r>
            <a:endParaRPr lang="en-US" sz="4000" dirty="0">
              <a:solidFill>
                <a:schemeClr val="bg1"/>
              </a:solidFill>
            </a:endParaRPr>
          </a:p>
        </p:txBody>
      </p:sp>
      <p:sp>
        <p:nvSpPr>
          <p:cNvPr id="8" name="TextBox 7">
            <a:extLst>
              <a:ext uri="{FF2B5EF4-FFF2-40B4-BE49-F238E27FC236}">
                <a16:creationId xmlns:a16="http://schemas.microsoft.com/office/drawing/2014/main" id="{207130B3-BAE5-3947-2EB2-0824A1E73187}"/>
              </a:ext>
            </a:extLst>
          </p:cNvPr>
          <p:cNvSpPr txBox="1"/>
          <p:nvPr/>
        </p:nvSpPr>
        <p:spPr>
          <a:xfrm rot="162806">
            <a:off x="8627034" y="5712401"/>
            <a:ext cx="4520411" cy="707886"/>
          </a:xfrm>
          <a:prstGeom prst="rect">
            <a:avLst/>
          </a:prstGeom>
          <a:noFill/>
        </p:spPr>
        <p:txBody>
          <a:bodyPr wrap="square" rtlCol="0">
            <a:spAutoFit/>
          </a:bodyPr>
          <a:lstStyle/>
          <a:p>
            <a:pPr algn="ctr"/>
            <a:r>
              <a:rPr lang="he-IL" sz="4000" dirty="0">
                <a:solidFill>
                  <a:schemeClr val="bg1"/>
                </a:solidFill>
              </a:rPr>
              <a:t>זמן</a:t>
            </a:r>
            <a:endParaRPr lang="en-US" sz="4000" dirty="0">
              <a:solidFill>
                <a:schemeClr val="bg1"/>
              </a:solidFill>
            </a:endParaRPr>
          </a:p>
        </p:txBody>
      </p:sp>
    </p:spTree>
    <p:extLst>
      <p:ext uri="{BB962C8B-B14F-4D97-AF65-F5344CB8AC3E}">
        <p14:creationId xmlns:p14="http://schemas.microsoft.com/office/powerpoint/2010/main" val="4027761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03F6EB6B-B704-7C60-AA07-11CB67A796E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93C2150C-15FF-ECED-4A2A-AEF8172C8696}"/>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017AD02E-F4E8-1199-326C-88E9D9315015}"/>
              </a:ext>
            </a:extLst>
          </p:cNvPr>
          <p:cNvSpPr txBox="1"/>
          <p:nvPr/>
        </p:nvSpPr>
        <p:spPr>
          <a:xfrm>
            <a:off x="-304800" y="43997"/>
            <a:ext cx="16764000" cy="1015663"/>
          </a:xfrm>
          <a:prstGeom prst="rect">
            <a:avLst/>
          </a:prstGeom>
          <a:noFill/>
        </p:spPr>
        <p:txBody>
          <a:bodyPr wrap="square" rtlCol="0">
            <a:spAutoFit/>
          </a:bodyPr>
          <a:lstStyle/>
          <a:p>
            <a:pPr algn="r" rtl="1"/>
            <a:r>
              <a:rPr lang="he-IL" sz="6000" dirty="0">
                <a:solidFill>
                  <a:srgbClr val="00B050"/>
                </a:solidFill>
              </a:rPr>
              <a:t>אסטרטגיית </a:t>
            </a:r>
            <a:r>
              <a:rPr lang="en-US" sz="6000" dirty="0">
                <a:solidFill>
                  <a:srgbClr val="00B050"/>
                </a:solidFill>
              </a:rPr>
              <a:t>  W-L</a:t>
            </a:r>
            <a:r>
              <a:rPr lang="he-IL" sz="6000" dirty="0">
                <a:solidFill>
                  <a:srgbClr val="00B050"/>
                </a:solidFill>
              </a:rPr>
              <a:t> לשני האזורים</a:t>
            </a:r>
            <a:endParaRPr lang="en-US" sz="4000" dirty="0">
              <a:solidFill>
                <a:srgbClr val="00B050"/>
              </a:solidFill>
            </a:endParaRPr>
          </a:p>
        </p:txBody>
      </p:sp>
      <p:pic>
        <p:nvPicPr>
          <p:cNvPr id="4" name="Picture 3" descr="The image displays a line chart comparing the momentum and cumulative returns of the US and European markets from 2008 to 2024, showing higher momentum in the US.&#10;&#10;AI-generated content may be incorrect.">
            <a:extLst>
              <a:ext uri="{FF2B5EF4-FFF2-40B4-BE49-F238E27FC236}">
                <a16:creationId xmlns:a16="http://schemas.microsoft.com/office/drawing/2014/main" id="{55ECB60E-BB04-D8D6-230C-1960F2D915C2}"/>
              </a:ext>
            </a:extLst>
          </p:cNvPr>
          <p:cNvPicPr>
            <a:picLocks noChangeAspect="1"/>
          </p:cNvPicPr>
          <p:nvPr/>
        </p:nvPicPr>
        <p:blipFill>
          <a:blip r:embed="rId3"/>
          <a:stretch>
            <a:fillRect/>
          </a:stretch>
        </p:blipFill>
        <p:spPr>
          <a:xfrm>
            <a:off x="3276298" y="5534289"/>
            <a:ext cx="11735403" cy="5334274"/>
          </a:xfrm>
          <a:prstGeom prst="rect">
            <a:avLst/>
          </a:prstGeom>
        </p:spPr>
      </p:pic>
      <p:pic>
        <p:nvPicPr>
          <p:cNvPr id="7" name="Picture 6" descr="The image illustrates a comparison of momentum long and short strategies against the European stock market, showing the cumulative return over various years from 2008 to 2024, with long strategies (Winners) outperforming short strategies (Losers).&#10;&#10;AI-generated content may be incorrect.">
            <a:extLst>
              <a:ext uri="{FF2B5EF4-FFF2-40B4-BE49-F238E27FC236}">
                <a16:creationId xmlns:a16="http://schemas.microsoft.com/office/drawing/2014/main" id="{6F57CE7B-2384-B542-8F33-46979F65739D}"/>
              </a:ext>
            </a:extLst>
          </p:cNvPr>
          <p:cNvPicPr>
            <a:picLocks noChangeAspect="1"/>
          </p:cNvPicPr>
          <p:nvPr/>
        </p:nvPicPr>
        <p:blipFill>
          <a:blip r:embed="rId4"/>
          <a:stretch>
            <a:fillRect/>
          </a:stretch>
        </p:blipFill>
        <p:spPr>
          <a:xfrm>
            <a:off x="0" y="1364634"/>
            <a:ext cx="9144000" cy="4156364"/>
          </a:xfrm>
          <a:prstGeom prst="rect">
            <a:avLst/>
          </a:prstGeom>
        </p:spPr>
      </p:pic>
      <p:pic>
        <p:nvPicPr>
          <p:cNvPr id="11" name="Picture 10" descr="The image displays a comparison of momentum long and short positions against the S&amp;P 500 index, with the long positions (winners) significantly outperforming the market from 2008 to 2024.&#10;&#10;AI-generated content may be incorrect.">
            <a:extLst>
              <a:ext uri="{FF2B5EF4-FFF2-40B4-BE49-F238E27FC236}">
                <a16:creationId xmlns:a16="http://schemas.microsoft.com/office/drawing/2014/main" id="{64A32B11-7799-3FFA-CD7D-B2CBB286A287}"/>
              </a:ext>
            </a:extLst>
          </p:cNvPr>
          <p:cNvPicPr>
            <a:picLocks noChangeAspect="1"/>
          </p:cNvPicPr>
          <p:nvPr/>
        </p:nvPicPr>
        <p:blipFill>
          <a:blip r:embed="rId5"/>
          <a:stretch>
            <a:fillRect/>
          </a:stretch>
        </p:blipFill>
        <p:spPr>
          <a:xfrm>
            <a:off x="9143998" y="1340711"/>
            <a:ext cx="9144002" cy="4156364"/>
          </a:xfrm>
          <a:prstGeom prst="rect">
            <a:avLst/>
          </a:prstGeom>
        </p:spPr>
      </p:pic>
    </p:spTree>
    <p:extLst>
      <p:ext uri="{BB962C8B-B14F-4D97-AF65-F5344CB8AC3E}">
        <p14:creationId xmlns:p14="http://schemas.microsoft.com/office/powerpoint/2010/main" val="3563662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51264770-2DC8-EA0B-A325-052353903169}"/>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C88669DC-947C-FD8D-8058-C1823CBC627A}"/>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E3FFC8E2-E111-4761-D951-ECDA2A247BEB}"/>
              </a:ext>
            </a:extLst>
          </p:cNvPr>
          <p:cNvSpPr txBox="1"/>
          <p:nvPr/>
        </p:nvSpPr>
        <p:spPr>
          <a:xfrm>
            <a:off x="-4343400" y="17410"/>
            <a:ext cx="16764000" cy="1015663"/>
          </a:xfrm>
          <a:prstGeom prst="rect">
            <a:avLst/>
          </a:prstGeom>
          <a:noFill/>
        </p:spPr>
        <p:txBody>
          <a:bodyPr wrap="square" rtlCol="0">
            <a:spAutoFit/>
          </a:bodyPr>
          <a:lstStyle/>
          <a:p>
            <a:pPr algn="r" rtl="1"/>
            <a:r>
              <a:rPr lang="he-IL" sz="6000" b="1" u="sng" dirty="0">
                <a:solidFill>
                  <a:srgbClr val="00B050"/>
                </a:solidFill>
              </a:rPr>
              <a:t>מסקנות מרכזיות</a:t>
            </a:r>
            <a:endParaRPr lang="en-US" sz="4000" b="1" u="sng" dirty="0">
              <a:solidFill>
                <a:srgbClr val="00B050"/>
              </a:solidFill>
            </a:endParaRPr>
          </a:p>
        </p:txBody>
      </p:sp>
      <p:sp>
        <p:nvSpPr>
          <p:cNvPr id="7" name="Shape 3">
            <a:extLst>
              <a:ext uri="{FF2B5EF4-FFF2-40B4-BE49-F238E27FC236}">
                <a16:creationId xmlns:a16="http://schemas.microsoft.com/office/drawing/2014/main" id="{E1515C36-E870-19AC-C1E2-264F90CB4628}"/>
              </a:ext>
            </a:extLst>
          </p:cNvPr>
          <p:cNvSpPr/>
          <p:nvPr/>
        </p:nvSpPr>
        <p:spPr>
          <a:xfrm>
            <a:off x="-28573" y="1234229"/>
            <a:ext cx="9144000" cy="4442671"/>
          </a:xfrm>
          <a:prstGeom prst="rect">
            <a:avLst/>
          </a:prstGeom>
          <a:solidFill>
            <a:srgbClr val="112233"/>
          </a:solidFill>
          <a:ln w="12700">
            <a:solidFill>
              <a:srgbClr val="00BCD4"/>
            </a:solidFill>
            <a:prstDash val="solid"/>
          </a:ln>
        </p:spPr>
        <p:txBody>
          <a:bodyPr/>
          <a:lstStyle/>
          <a:p>
            <a:endParaRPr lang="en-US" sz="3000"/>
          </a:p>
        </p:txBody>
      </p:sp>
      <p:sp>
        <p:nvSpPr>
          <p:cNvPr id="11" name="Shape 3">
            <a:extLst>
              <a:ext uri="{FF2B5EF4-FFF2-40B4-BE49-F238E27FC236}">
                <a16:creationId xmlns:a16="http://schemas.microsoft.com/office/drawing/2014/main" id="{93ABDEB6-E245-C767-F28D-8E2860AD3D9E}"/>
              </a:ext>
            </a:extLst>
          </p:cNvPr>
          <p:cNvSpPr/>
          <p:nvPr/>
        </p:nvSpPr>
        <p:spPr>
          <a:xfrm>
            <a:off x="9158287" y="1219941"/>
            <a:ext cx="9144000" cy="4456959"/>
          </a:xfrm>
          <a:prstGeom prst="rect">
            <a:avLst/>
          </a:prstGeom>
          <a:solidFill>
            <a:srgbClr val="112233"/>
          </a:solidFill>
          <a:ln w="12700">
            <a:solidFill>
              <a:srgbClr val="00BCD4"/>
            </a:solidFill>
            <a:prstDash val="solid"/>
          </a:ln>
        </p:spPr>
        <p:txBody>
          <a:bodyPr/>
          <a:lstStyle/>
          <a:p>
            <a:endParaRPr lang="en-US" sz="3000" dirty="0"/>
          </a:p>
        </p:txBody>
      </p:sp>
      <p:sp>
        <p:nvSpPr>
          <p:cNvPr id="16" name="Shape 5">
            <a:extLst>
              <a:ext uri="{FF2B5EF4-FFF2-40B4-BE49-F238E27FC236}">
                <a16:creationId xmlns:a16="http://schemas.microsoft.com/office/drawing/2014/main" id="{EE3AB6C5-2012-874A-C3BD-1C7D0D70B2FA}"/>
              </a:ext>
            </a:extLst>
          </p:cNvPr>
          <p:cNvSpPr/>
          <p:nvPr/>
        </p:nvSpPr>
        <p:spPr>
          <a:xfrm>
            <a:off x="9144000" y="1234229"/>
            <a:ext cx="9129714" cy="1578372"/>
          </a:xfrm>
          <a:prstGeom prst="rect">
            <a:avLst/>
          </a:prstGeom>
          <a:solidFill>
            <a:srgbClr val="1565C0"/>
          </a:solidFill>
          <a:ln w="12700">
            <a:solidFill>
              <a:srgbClr val="1565C0"/>
            </a:solidFill>
            <a:prstDash val="solid"/>
          </a:ln>
        </p:spPr>
        <p:txBody>
          <a:bodyPr/>
          <a:lstStyle/>
          <a:p>
            <a:endParaRPr lang="en-US" dirty="0"/>
          </a:p>
        </p:txBody>
      </p:sp>
      <p:sp>
        <p:nvSpPr>
          <p:cNvPr id="21" name="Shape 3">
            <a:extLst>
              <a:ext uri="{FF2B5EF4-FFF2-40B4-BE49-F238E27FC236}">
                <a16:creationId xmlns:a16="http://schemas.microsoft.com/office/drawing/2014/main" id="{FF2BB6DA-21E3-73E9-9AC9-5410070738F8}"/>
              </a:ext>
            </a:extLst>
          </p:cNvPr>
          <p:cNvSpPr/>
          <p:nvPr/>
        </p:nvSpPr>
        <p:spPr>
          <a:xfrm>
            <a:off x="4486281" y="5648492"/>
            <a:ext cx="9144000" cy="4442671"/>
          </a:xfrm>
          <a:prstGeom prst="rect">
            <a:avLst/>
          </a:prstGeom>
          <a:solidFill>
            <a:srgbClr val="112233"/>
          </a:solidFill>
          <a:ln w="12700">
            <a:solidFill>
              <a:srgbClr val="00BCD4"/>
            </a:solidFill>
            <a:prstDash val="solid"/>
          </a:ln>
        </p:spPr>
        <p:txBody>
          <a:bodyPr/>
          <a:lstStyle/>
          <a:p>
            <a:endParaRPr lang="en-US" sz="3000"/>
          </a:p>
        </p:txBody>
      </p:sp>
      <p:sp>
        <p:nvSpPr>
          <p:cNvPr id="23" name="Shape 11">
            <a:extLst>
              <a:ext uri="{FF2B5EF4-FFF2-40B4-BE49-F238E27FC236}">
                <a16:creationId xmlns:a16="http://schemas.microsoft.com/office/drawing/2014/main" id="{D298B805-5D96-E426-ED77-E2B8F4BDAE4A}"/>
              </a:ext>
            </a:extLst>
          </p:cNvPr>
          <p:cNvSpPr/>
          <p:nvPr/>
        </p:nvSpPr>
        <p:spPr>
          <a:xfrm>
            <a:off x="4543425" y="5638800"/>
            <a:ext cx="9129714" cy="1615322"/>
          </a:xfrm>
          <a:prstGeom prst="rect">
            <a:avLst/>
          </a:prstGeom>
          <a:solidFill>
            <a:srgbClr val="2E7D32"/>
          </a:solidFill>
          <a:ln w="12700">
            <a:solidFill>
              <a:srgbClr val="2E7D32"/>
            </a:solidFill>
            <a:prstDash val="solid"/>
          </a:ln>
        </p:spPr>
        <p:txBody>
          <a:bodyPr/>
          <a:lstStyle/>
          <a:p>
            <a:endParaRPr lang="en-US" dirty="0"/>
          </a:p>
        </p:txBody>
      </p:sp>
      <p:sp>
        <p:nvSpPr>
          <p:cNvPr id="25" name="Shape 11">
            <a:extLst>
              <a:ext uri="{FF2B5EF4-FFF2-40B4-BE49-F238E27FC236}">
                <a16:creationId xmlns:a16="http://schemas.microsoft.com/office/drawing/2014/main" id="{D8409315-F131-8F17-5095-BA4BAAF94535}"/>
              </a:ext>
            </a:extLst>
          </p:cNvPr>
          <p:cNvSpPr/>
          <p:nvPr/>
        </p:nvSpPr>
        <p:spPr>
          <a:xfrm>
            <a:off x="-71433" y="1197279"/>
            <a:ext cx="9129714" cy="1615322"/>
          </a:xfrm>
          <a:prstGeom prst="rect">
            <a:avLst/>
          </a:prstGeom>
          <a:solidFill>
            <a:schemeClr val="accent6">
              <a:lumMod val="75000"/>
            </a:schemeClr>
          </a:solidFill>
          <a:ln w="12700">
            <a:solidFill>
              <a:srgbClr val="2E7D32"/>
            </a:solidFill>
            <a:prstDash val="solid"/>
          </a:ln>
        </p:spPr>
        <p:txBody>
          <a:bodyPr/>
          <a:lstStyle/>
          <a:p>
            <a:endParaRPr lang="en-US" dirty="0"/>
          </a:p>
        </p:txBody>
      </p:sp>
      <p:sp>
        <p:nvSpPr>
          <p:cNvPr id="27" name="TextBox 26">
            <a:extLst>
              <a:ext uri="{FF2B5EF4-FFF2-40B4-BE49-F238E27FC236}">
                <a16:creationId xmlns:a16="http://schemas.microsoft.com/office/drawing/2014/main" id="{0CF276EE-6015-9901-C931-CA8872FA32C1}"/>
              </a:ext>
            </a:extLst>
          </p:cNvPr>
          <p:cNvSpPr txBox="1"/>
          <p:nvPr/>
        </p:nvSpPr>
        <p:spPr>
          <a:xfrm>
            <a:off x="3462341" y="1321864"/>
            <a:ext cx="5638800" cy="1169551"/>
          </a:xfrm>
          <a:prstGeom prst="rect">
            <a:avLst/>
          </a:prstGeom>
          <a:noFill/>
        </p:spPr>
        <p:txBody>
          <a:bodyPr wrap="square" rtlCol="0">
            <a:spAutoFit/>
          </a:bodyPr>
          <a:lstStyle/>
          <a:p>
            <a:r>
              <a:rPr lang="he-IL" sz="7000" b="1" u="sng" dirty="0">
                <a:solidFill>
                  <a:schemeClr val="bg1"/>
                </a:solidFill>
              </a:rPr>
              <a:t>ארה"ב</a:t>
            </a:r>
            <a:endParaRPr lang="en-US" sz="7000" b="1" u="sng" dirty="0">
              <a:solidFill>
                <a:schemeClr val="bg1"/>
              </a:solidFill>
            </a:endParaRPr>
          </a:p>
        </p:txBody>
      </p:sp>
      <p:pic>
        <p:nvPicPr>
          <p:cNvPr id="29" name="Picture 28" descr="The image depicts the iconic American flag with its red and white stripes, blue field, and white stars on a blue canton.&#10;&#10;AI-generated content may be incorrect.">
            <a:extLst>
              <a:ext uri="{FF2B5EF4-FFF2-40B4-BE49-F238E27FC236}">
                <a16:creationId xmlns:a16="http://schemas.microsoft.com/office/drawing/2014/main" id="{5A7DE0C8-D0A9-3970-4C5F-9E076ECF3C3B}"/>
              </a:ext>
            </a:extLst>
          </p:cNvPr>
          <p:cNvPicPr>
            <a:picLocks noChangeAspect="1"/>
          </p:cNvPicPr>
          <p:nvPr/>
        </p:nvPicPr>
        <p:blipFill>
          <a:blip r:embed="rId3"/>
          <a:stretch>
            <a:fillRect/>
          </a:stretch>
        </p:blipFill>
        <p:spPr>
          <a:xfrm>
            <a:off x="152400" y="1279285"/>
            <a:ext cx="2757488" cy="1451309"/>
          </a:xfrm>
          <a:prstGeom prst="rect">
            <a:avLst/>
          </a:prstGeom>
        </p:spPr>
      </p:pic>
      <p:pic>
        <p:nvPicPr>
          <p:cNvPr id="30" name="Picture 29" descr="File:Flag of Europe.svg - Wikimedia Commons">
            <a:extLst>
              <a:ext uri="{FF2B5EF4-FFF2-40B4-BE49-F238E27FC236}">
                <a16:creationId xmlns:a16="http://schemas.microsoft.com/office/drawing/2014/main" id="{3A6BC00B-0115-C5F4-6927-50D454786050}"/>
              </a:ext>
            </a:extLst>
          </p:cNvPr>
          <p:cNvPicPr>
            <a:picLocks noChangeAspect="1"/>
          </p:cNvPicPr>
          <p:nvPr/>
        </p:nvPicPr>
        <p:blipFill>
          <a:blip r:embed="rId4"/>
          <a:stretch>
            <a:fillRect/>
          </a:stretch>
        </p:blipFill>
        <p:spPr>
          <a:xfrm>
            <a:off x="9323909" y="1261759"/>
            <a:ext cx="2663447" cy="1468835"/>
          </a:xfrm>
          <a:prstGeom prst="rect">
            <a:avLst/>
          </a:prstGeom>
        </p:spPr>
      </p:pic>
      <p:pic>
        <p:nvPicPr>
          <p:cNvPr id="31" name="Picture 30" descr="momentum Icon - Free PNG &amp; SVG 2219068 - Noun Project">
            <a:extLst>
              <a:ext uri="{FF2B5EF4-FFF2-40B4-BE49-F238E27FC236}">
                <a16:creationId xmlns:a16="http://schemas.microsoft.com/office/drawing/2014/main" id="{BCB16D74-3E98-9DCD-2B0F-13E54EC709AB}"/>
              </a:ext>
            </a:extLst>
          </p:cNvPr>
          <p:cNvPicPr>
            <a:picLocks noChangeAspect="1"/>
          </p:cNvPicPr>
          <p:nvPr/>
        </p:nvPicPr>
        <p:blipFill>
          <a:blip r:embed="rId5"/>
          <a:stretch>
            <a:fillRect/>
          </a:stretch>
        </p:blipFill>
        <p:spPr>
          <a:xfrm>
            <a:off x="4800600" y="5562948"/>
            <a:ext cx="1805126" cy="1805126"/>
          </a:xfrm>
          <a:prstGeom prst="rect">
            <a:avLst/>
          </a:prstGeom>
        </p:spPr>
      </p:pic>
      <p:sp>
        <p:nvSpPr>
          <p:cNvPr id="33" name="TextBox 32">
            <a:extLst>
              <a:ext uri="{FF2B5EF4-FFF2-40B4-BE49-F238E27FC236}">
                <a16:creationId xmlns:a16="http://schemas.microsoft.com/office/drawing/2014/main" id="{4DFB9E7B-371B-D059-E61A-F33EE5C8D078}"/>
              </a:ext>
            </a:extLst>
          </p:cNvPr>
          <p:cNvSpPr txBox="1"/>
          <p:nvPr/>
        </p:nvSpPr>
        <p:spPr>
          <a:xfrm>
            <a:off x="7086600" y="5710979"/>
            <a:ext cx="6858000" cy="1169551"/>
          </a:xfrm>
          <a:prstGeom prst="rect">
            <a:avLst/>
          </a:prstGeom>
          <a:noFill/>
        </p:spPr>
        <p:txBody>
          <a:bodyPr wrap="square" rtlCol="0">
            <a:spAutoFit/>
          </a:bodyPr>
          <a:lstStyle/>
          <a:p>
            <a:r>
              <a:rPr lang="he-IL" sz="7000" b="1" u="sng" dirty="0">
                <a:solidFill>
                  <a:schemeClr val="bg1"/>
                </a:solidFill>
              </a:rPr>
              <a:t>מומנטום בכלליות</a:t>
            </a:r>
            <a:endParaRPr lang="en-US" sz="7000" b="1" u="sng" dirty="0">
              <a:solidFill>
                <a:schemeClr val="bg1"/>
              </a:solidFill>
            </a:endParaRPr>
          </a:p>
        </p:txBody>
      </p:sp>
      <p:sp>
        <p:nvSpPr>
          <p:cNvPr id="36" name="TextBox 35">
            <a:extLst>
              <a:ext uri="{FF2B5EF4-FFF2-40B4-BE49-F238E27FC236}">
                <a16:creationId xmlns:a16="http://schemas.microsoft.com/office/drawing/2014/main" id="{1A56A732-9FA2-D946-908B-CD95FB5BAB55}"/>
              </a:ext>
            </a:extLst>
          </p:cNvPr>
          <p:cNvSpPr txBox="1"/>
          <p:nvPr/>
        </p:nvSpPr>
        <p:spPr>
          <a:xfrm>
            <a:off x="13030200" y="1321864"/>
            <a:ext cx="6858000" cy="1169551"/>
          </a:xfrm>
          <a:prstGeom prst="rect">
            <a:avLst/>
          </a:prstGeom>
          <a:noFill/>
        </p:spPr>
        <p:txBody>
          <a:bodyPr wrap="square" rtlCol="0">
            <a:spAutoFit/>
          </a:bodyPr>
          <a:lstStyle/>
          <a:p>
            <a:r>
              <a:rPr lang="he-IL" sz="7000" b="1" u="sng" dirty="0">
                <a:solidFill>
                  <a:schemeClr val="bg1"/>
                </a:solidFill>
              </a:rPr>
              <a:t>אירופה</a:t>
            </a:r>
            <a:endParaRPr lang="en-US" sz="7000" b="1" u="sng" dirty="0">
              <a:solidFill>
                <a:schemeClr val="bg1"/>
              </a:solidFill>
            </a:endParaRPr>
          </a:p>
        </p:txBody>
      </p:sp>
      <p:sp>
        <p:nvSpPr>
          <p:cNvPr id="6" name="TextBox 5">
            <a:extLst>
              <a:ext uri="{FF2B5EF4-FFF2-40B4-BE49-F238E27FC236}">
                <a16:creationId xmlns:a16="http://schemas.microsoft.com/office/drawing/2014/main" id="{B25D4994-53B7-E494-43AE-009F3A6334E0}"/>
              </a:ext>
            </a:extLst>
          </p:cNvPr>
          <p:cNvSpPr txBox="1"/>
          <p:nvPr/>
        </p:nvSpPr>
        <p:spPr>
          <a:xfrm>
            <a:off x="-28573" y="2853301"/>
            <a:ext cx="9144000" cy="2677656"/>
          </a:xfrm>
          <a:prstGeom prst="rect">
            <a:avLst/>
          </a:prstGeom>
          <a:noFill/>
        </p:spPr>
        <p:txBody>
          <a:bodyPr wrap="square" rtlCol="0">
            <a:spAutoFit/>
          </a:bodyPr>
          <a:lstStyle/>
          <a:p>
            <a:pPr algn="r" rtl="1"/>
            <a:r>
              <a:rPr lang="en-US" sz="2800" b="1" dirty="0" err="1">
                <a:solidFill>
                  <a:schemeClr val="bg1"/>
                </a:solidFill>
              </a:rPr>
              <a:t>אפקט</a:t>
            </a:r>
            <a:r>
              <a:rPr lang="en-US" sz="2800" b="1" dirty="0">
                <a:solidFill>
                  <a:schemeClr val="bg1"/>
                </a:solidFill>
              </a:rPr>
              <a:t> </a:t>
            </a:r>
            <a:r>
              <a:rPr lang="en-US" sz="2800" b="1" dirty="0" err="1">
                <a:solidFill>
                  <a:schemeClr val="bg1"/>
                </a:solidFill>
              </a:rPr>
              <a:t>חלש</a:t>
            </a:r>
            <a:r>
              <a:rPr lang="en-US" sz="2800" b="1" dirty="0">
                <a:solidFill>
                  <a:schemeClr val="bg1"/>
                </a:solidFill>
              </a:rPr>
              <a:t>:</a:t>
            </a:r>
            <a:r>
              <a:rPr lang="en-US" sz="2800" dirty="0">
                <a:solidFill>
                  <a:schemeClr val="bg1"/>
                </a:solidFill>
              </a:rPr>
              <a:t> </a:t>
            </a:r>
            <a:r>
              <a:rPr lang="en-US" sz="2800" dirty="0" err="1">
                <a:solidFill>
                  <a:schemeClr val="bg1"/>
                </a:solidFill>
              </a:rPr>
              <a:t>המומנטום</a:t>
            </a:r>
            <a:r>
              <a:rPr lang="en-US" sz="2800" dirty="0">
                <a:solidFill>
                  <a:schemeClr val="bg1"/>
                </a:solidFill>
              </a:rPr>
              <a:t> ב-Large Caps </a:t>
            </a:r>
            <a:r>
              <a:rPr lang="en-US" sz="2800" dirty="0" err="1">
                <a:solidFill>
                  <a:schemeClr val="bg1"/>
                </a:solidFill>
              </a:rPr>
              <a:t>נמצא</a:t>
            </a:r>
            <a:r>
              <a:rPr lang="en-US" sz="2800" dirty="0">
                <a:solidFill>
                  <a:schemeClr val="bg1"/>
                </a:solidFill>
              </a:rPr>
              <a:t> </a:t>
            </a:r>
            <a:r>
              <a:rPr lang="en-US" sz="2800" dirty="0" err="1">
                <a:solidFill>
                  <a:schemeClr val="bg1"/>
                </a:solidFill>
              </a:rPr>
              <a:t>חלש</a:t>
            </a:r>
            <a:r>
              <a:rPr lang="en-US" sz="2800" dirty="0">
                <a:solidFill>
                  <a:schemeClr val="bg1"/>
                </a:solidFill>
              </a:rPr>
              <a:t> </a:t>
            </a:r>
            <a:r>
              <a:rPr lang="en-US" sz="2800" dirty="0" err="1">
                <a:solidFill>
                  <a:schemeClr val="bg1"/>
                </a:solidFill>
              </a:rPr>
              <a:t>וזניח</a:t>
            </a:r>
            <a:r>
              <a:rPr lang="en-US" sz="2800" dirty="0">
                <a:solidFill>
                  <a:schemeClr val="bg1"/>
                </a:solidFill>
              </a:rPr>
              <a:t> </a:t>
            </a:r>
            <a:r>
              <a:rPr lang="en-US" sz="2800" dirty="0" err="1">
                <a:solidFill>
                  <a:schemeClr val="bg1"/>
                </a:solidFill>
              </a:rPr>
              <a:t>סטטיסטית</a:t>
            </a:r>
            <a:r>
              <a:rPr lang="en-US" sz="2800" dirty="0">
                <a:solidFill>
                  <a:schemeClr val="bg1"/>
                </a:solidFill>
              </a:rPr>
              <a:t>.</a:t>
            </a:r>
          </a:p>
          <a:p>
            <a:pPr algn="r" rtl="1"/>
            <a:r>
              <a:rPr lang="en-US" sz="2800" b="1" dirty="0" err="1">
                <a:solidFill>
                  <a:schemeClr val="bg1"/>
                </a:solidFill>
              </a:rPr>
              <a:t>אסטרטגיה</a:t>
            </a:r>
            <a:r>
              <a:rPr lang="en-US" sz="2800" b="1" dirty="0">
                <a:solidFill>
                  <a:schemeClr val="bg1"/>
                </a:solidFill>
              </a:rPr>
              <a:t> </a:t>
            </a:r>
            <a:r>
              <a:rPr lang="en-US" sz="2800" b="1" dirty="0" err="1">
                <a:solidFill>
                  <a:schemeClr val="bg1"/>
                </a:solidFill>
              </a:rPr>
              <a:t>מדשדשת</a:t>
            </a:r>
            <a:r>
              <a:rPr lang="en-US" sz="2800" b="1" dirty="0">
                <a:solidFill>
                  <a:schemeClr val="bg1"/>
                </a:solidFill>
              </a:rPr>
              <a:t>:</a:t>
            </a:r>
            <a:r>
              <a:rPr lang="en-US" sz="2800" dirty="0">
                <a:solidFill>
                  <a:schemeClr val="bg1"/>
                </a:solidFill>
              </a:rPr>
              <a:t> </a:t>
            </a:r>
            <a:r>
              <a:rPr lang="en-US" sz="2800" dirty="0" err="1">
                <a:solidFill>
                  <a:schemeClr val="bg1"/>
                </a:solidFill>
              </a:rPr>
              <a:t>אסטרטגיית</a:t>
            </a:r>
            <a:r>
              <a:rPr lang="en-US" sz="2800" dirty="0">
                <a:solidFill>
                  <a:schemeClr val="bg1"/>
                </a:solidFill>
              </a:rPr>
              <a:t> </a:t>
            </a:r>
            <a:r>
              <a:rPr lang="en-US" sz="2800" dirty="0" err="1">
                <a:solidFill>
                  <a:schemeClr val="bg1"/>
                </a:solidFill>
              </a:rPr>
              <a:t>לונג-שורט</a:t>
            </a:r>
            <a:r>
              <a:rPr lang="en-US" sz="2800" dirty="0">
                <a:solidFill>
                  <a:schemeClr val="bg1"/>
                </a:solidFill>
              </a:rPr>
              <a:t> </a:t>
            </a:r>
            <a:r>
              <a:rPr lang="en-US" sz="2800" dirty="0" err="1">
                <a:solidFill>
                  <a:schemeClr val="bg1"/>
                </a:solidFill>
              </a:rPr>
              <a:t>כמעט</a:t>
            </a:r>
            <a:r>
              <a:rPr lang="en-US" sz="2800" dirty="0">
                <a:solidFill>
                  <a:schemeClr val="bg1"/>
                </a:solidFill>
              </a:rPr>
              <a:t> </a:t>
            </a:r>
            <a:r>
              <a:rPr lang="en-US" sz="2800" dirty="0" err="1">
                <a:solidFill>
                  <a:schemeClr val="bg1"/>
                </a:solidFill>
              </a:rPr>
              <a:t>ולא</a:t>
            </a:r>
            <a:r>
              <a:rPr lang="en-US" sz="2800" dirty="0">
                <a:solidFill>
                  <a:schemeClr val="bg1"/>
                </a:solidFill>
              </a:rPr>
              <a:t> </a:t>
            </a:r>
            <a:r>
              <a:rPr lang="en-US" sz="2800" dirty="0" err="1">
                <a:solidFill>
                  <a:schemeClr val="bg1"/>
                </a:solidFill>
              </a:rPr>
              <a:t>הניבה</a:t>
            </a:r>
            <a:r>
              <a:rPr lang="en-US" sz="2800" dirty="0">
                <a:solidFill>
                  <a:schemeClr val="bg1"/>
                </a:solidFill>
              </a:rPr>
              <a:t> </a:t>
            </a:r>
            <a:r>
              <a:rPr lang="en-US" sz="2800" dirty="0" err="1">
                <a:solidFill>
                  <a:schemeClr val="bg1"/>
                </a:solidFill>
              </a:rPr>
              <a:t>רווח</a:t>
            </a:r>
            <a:r>
              <a:rPr lang="en-US" sz="2800" dirty="0">
                <a:solidFill>
                  <a:schemeClr val="bg1"/>
                </a:solidFill>
              </a:rPr>
              <a:t>.</a:t>
            </a:r>
          </a:p>
          <a:p>
            <a:pPr algn="r" rtl="1"/>
            <a:r>
              <a:rPr lang="en-US" sz="2800" b="1" dirty="0" err="1">
                <a:solidFill>
                  <a:schemeClr val="bg1"/>
                </a:solidFill>
              </a:rPr>
              <a:t>מפסידות</a:t>
            </a:r>
            <a:r>
              <a:rPr lang="en-US" sz="2800" b="1" dirty="0">
                <a:solidFill>
                  <a:schemeClr val="bg1"/>
                </a:solidFill>
              </a:rPr>
              <a:t> </a:t>
            </a:r>
            <a:r>
              <a:rPr lang="en-US" sz="2800" b="1" dirty="0" err="1">
                <a:solidFill>
                  <a:schemeClr val="bg1"/>
                </a:solidFill>
              </a:rPr>
              <a:t>חזקות</a:t>
            </a:r>
            <a:r>
              <a:rPr lang="en-US" sz="2800" b="1" dirty="0">
                <a:solidFill>
                  <a:schemeClr val="bg1"/>
                </a:solidFill>
              </a:rPr>
              <a:t>:</a:t>
            </a:r>
            <a:r>
              <a:rPr lang="en-US" sz="2800" dirty="0">
                <a:solidFill>
                  <a:schemeClr val="bg1"/>
                </a:solidFill>
              </a:rPr>
              <a:t> </a:t>
            </a:r>
            <a:r>
              <a:rPr lang="en-US" sz="2800" dirty="0" err="1">
                <a:solidFill>
                  <a:schemeClr val="bg1"/>
                </a:solidFill>
              </a:rPr>
              <a:t>מניות</a:t>
            </a:r>
            <a:r>
              <a:rPr lang="en-US" sz="2800" dirty="0">
                <a:solidFill>
                  <a:schemeClr val="bg1"/>
                </a:solidFill>
              </a:rPr>
              <a:t> "</a:t>
            </a:r>
            <a:r>
              <a:rPr lang="en-US" sz="2800" dirty="0" err="1">
                <a:solidFill>
                  <a:schemeClr val="bg1"/>
                </a:solidFill>
              </a:rPr>
              <a:t>מפסידות</a:t>
            </a:r>
            <a:r>
              <a:rPr lang="en-US" sz="2800" dirty="0">
                <a:solidFill>
                  <a:schemeClr val="bg1"/>
                </a:solidFill>
              </a:rPr>
              <a:t>" </a:t>
            </a:r>
            <a:r>
              <a:rPr lang="en-US" sz="2800" dirty="0" err="1">
                <a:solidFill>
                  <a:schemeClr val="bg1"/>
                </a:solidFill>
              </a:rPr>
              <a:t>הניבו</a:t>
            </a:r>
            <a:r>
              <a:rPr lang="en-US" sz="2800" dirty="0">
                <a:solidFill>
                  <a:schemeClr val="bg1"/>
                </a:solidFill>
              </a:rPr>
              <a:t> </a:t>
            </a:r>
            <a:r>
              <a:rPr lang="en-US" sz="2800" dirty="0" err="1">
                <a:solidFill>
                  <a:schemeClr val="bg1"/>
                </a:solidFill>
              </a:rPr>
              <a:t>תשואות</a:t>
            </a:r>
            <a:r>
              <a:rPr lang="en-US" sz="2800" dirty="0">
                <a:solidFill>
                  <a:schemeClr val="bg1"/>
                </a:solidFill>
              </a:rPr>
              <a:t> </a:t>
            </a:r>
            <a:r>
              <a:rPr lang="en-US" sz="2800" dirty="0" err="1">
                <a:solidFill>
                  <a:schemeClr val="bg1"/>
                </a:solidFill>
              </a:rPr>
              <a:t>גבוהות</a:t>
            </a:r>
            <a:r>
              <a:rPr lang="en-US" sz="2800" dirty="0">
                <a:solidFill>
                  <a:schemeClr val="bg1"/>
                </a:solidFill>
              </a:rPr>
              <a:t> </a:t>
            </a:r>
            <a:r>
              <a:rPr lang="en-US" sz="2800" dirty="0" err="1">
                <a:solidFill>
                  <a:schemeClr val="bg1"/>
                </a:solidFill>
              </a:rPr>
              <a:t>מהצפוי</a:t>
            </a:r>
            <a:r>
              <a:rPr lang="he-IL" sz="2800" dirty="0">
                <a:solidFill>
                  <a:schemeClr val="bg1"/>
                </a:solidFill>
              </a:rPr>
              <a:t> בגלל אפקט הישרדות חזק</a:t>
            </a:r>
            <a:r>
              <a:rPr lang="en-US" sz="2800" dirty="0">
                <a:solidFill>
                  <a:schemeClr val="bg1"/>
                </a:solidFill>
              </a:rPr>
              <a:t>, </a:t>
            </a:r>
            <a:r>
              <a:rPr lang="en-US" sz="2800" dirty="0" err="1">
                <a:solidFill>
                  <a:schemeClr val="bg1"/>
                </a:solidFill>
              </a:rPr>
              <a:t>מה</a:t>
            </a:r>
            <a:r>
              <a:rPr lang="en-US" sz="2800" dirty="0">
                <a:solidFill>
                  <a:schemeClr val="bg1"/>
                </a:solidFill>
              </a:rPr>
              <a:t> </a:t>
            </a:r>
            <a:r>
              <a:rPr lang="en-US" sz="2800" dirty="0" err="1">
                <a:solidFill>
                  <a:schemeClr val="bg1"/>
                </a:solidFill>
              </a:rPr>
              <a:t>שמחק</a:t>
            </a:r>
            <a:r>
              <a:rPr lang="en-US" sz="2800" dirty="0">
                <a:solidFill>
                  <a:schemeClr val="bg1"/>
                </a:solidFill>
              </a:rPr>
              <a:t> </a:t>
            </a:r>
            <a:r>
              <a:rPr lang="en-US" sz="2800" dirty="0" err="1">
                <a:solidFill>
                  <a:schemeClr val="bg1"/>
                </a:solidFill>
              </a:rPr>
              <a:t>את</a:t>
            </a:r>
            <a:r>
              <a:rPr lang="en-US" sz="2800" dirty="0">
                <a:solidFill>
                  <a:schemeClr val="bg1"/>
                </a:solidFill>
              </a:rPr>
              <a:t> </a:t>
            </a:r>
            <a:r>
              <a:rPr lang="en-US" sz="2800" dirty="0" err="1">
                <a:solidFill>
                  <a:schemeClr val="bg1"/>
                </a:solidFill>
              </a:rPr>
              <a:t>פער</a:t>
            </a:r>
            <a:r>
              <a:rPr lang="en-US" sz="2800" dirty="0">
                <a:solidFill>
                  <a:schemeClr val="bg1"/>
                </a:solidFill>
              </a:rPr>
              <a:t> </a:t>
            </a:r>
            <a:r>
              <a:rPr lang="en-US" sz="2800" dirty="0" err="1">
                <a:solidFill>
                  <a:schemeClr val="bg1"/>
                </a:solidFill>
              </a:rPr>
              <a:t>המומנטום</a:t>
            </a:r>
            <a:r>
              <a:rPr lang="en-US" sz="2800" dirty="0">
                <a:solidFill>
                  <a:schemeClr val="bg1"/>
                </a:solidFill>
              </a:rPr>
              <a:t>.</a:t>
            </a:r>
          </a:p>
          <a:p>
            <a:pPr marL="285750" indent="-285750" algn="r" rtl="1">
              <a:buFont typeface="Arial" panose="020B0604020202020204" pitchFamily="34" charset="0"/>
              <a:buChar char="•"/>
            </a:pPr>
            <a:endParaRPr lang="en-US" sz="2800" dirty="0">
              <a:solidFill>
                <a:schemeClr val="bg1"/>
              </a:solidFill>
            </a:endParaRPr>
          </a:p>
        </p:txBody>
      </p:sp>
      <p:sp>
        <p:nvSpPr>
          <p:cNvPr id="12" name="TextBox 11">
            <a:extLst>
              <a:ext uri="{FF2B5EF4-FFF2-40B4-BE49-F238E27FC236}">
                <a16:creationId xmlns:a16="http://schemas.microsoft.com/office/drawing/2014/main" id="{1ED6A99B-84C0-B175-DA8B-2409189ECB02}"/>
              </a:ext>
            </a:extLst>
          </p:cNvPr>
          <p:cNvSpPr txBox="1"/>
          <p:nvPr/>
        </p:nvSpPr>
        <p:spPr>
          <a:xfrm>
            <a:off x="9015423" y="3021302"/>
            <a:ext cx="9144000" cy="3108543"/>
          </a:xfrm>
          <a:prstGeom prst="rect">
            <a:avLst/>
          </a:prstGeom>
          <a:noFill/>
        </p:spPr>
        <p:txBody>
          <a:bodyPr wrap="square" rtlCol="0">
            <a:spAutoFit/>
          </a:bodyPr>
          <a:lstStyle/>
          <a:p>
            <a:pPr algn="r" rtl="1"/>
            <a:r>
              <a:rPr lang="en-US" sz="2800" b="1" dirty="0" err="1">
                <a:solidFill>
                  <a:schemeClr val="bg1"/>
                </a:solidFill>
              </a:rPr>
              <a:t>אפקט</a:t>
            </a:r>
            <a:r>
              <a:rPr lang="en-US" sz="2800" b="1" dirty="0">
                <a:solidFill>
                  <a:schemeClr val="bg1"/>
                </a:solidFill>
              </a:rPr>
              <a:t> </a:t>
            </a:r>
            <a:r>
              <a:rPr lang="en-US" sz="2800" b="1" dirty="0" err="1">
                <a:solidFill>
                  <a:schemeClr val="bg1"/>
                </a:solidFill>
              </a:rPr>
              <a:t>מובהק</a:t>
            </a:r>
            <a:r>
              <a:rPr lang="en-US" sz="2800" b="1" dirty="0">
                <a:solidFill>
                  <a:schemeClr val="bg1"/>
                </a:solidFill>
              </a:rPr>
              <a:t>:</a:t>
            </a:r>
            <a:r>
              <a:rPr lang="en-US" sz="2800" dirty="0">
                <a:solidFill>
                  <a:schemeClr val="bg1"/>
                </a:solidFill>
              </a:rPr>
              <a:t> </a:t>
            </a:r>
            <a:r>
              <a:rPr lang="en-US" sz="2800" dirty="0" err="1">
                <a:solidFill>
                  <a:schemeClr val="bg1"/>
                </a:solidFill>
              </a:rPr>
              <a:t>נמצא</a:t>
            </a:r>
            <a:r>
              <a:rPr lang="en-US" sz="2800" dirty="0">
                <a:solidFill>
                  <a:schemeClr val="bg1"/>
                </a:solidFill>
              </a:rPr>
              <a:t> </a:t>
            </a:r>
            <a:r>
              <a:rPr lang="en-US" sz="2800" dirty="0" err="1">
                <a:solidFill>
                  <a:schemeClr val="bg1"/>
                </a:solidFill>
              </a:rPr>
              <a:t>מומנטום</a:t>
            </a:r>
            <a:r>
              <a:rPr lang="en-US" sz="2800" dirty="0">
                <a:solidFill>
                  <a:schemeClr val="bg1"/>
                </a:solidFill>
              </a:rPr>
              <a:t> </a:t>
            </a:r>
            <a:r>
              <a:rPr lang="en-US" sz="2800" dirty="0" err="1">
                <a:solidFill>
                  <a:schemeClr val="bg1"/>
                </a:solidFill>
              </a:rPr>
              <a:t>ומובהק</a:t>
            </a:r>
            <a:r>
              <a:rPr lang="en-US" sz="2800" dirty="0">
                <a:solidFill>
                  <a:schemeClr val="bg1"/>
                </a:solidFill>
              </a:rPr>
              <a:t> </a:t>
            </a:r>
            <a:r>
              <a:rPr lang="en-US" sz="2800" dirty="0" err="1">
                <a:solidFill>
                  <a:schemeClr val="bg1"/>
                </a:solidFill>
              </a:rPr>
              <a:t>סטטיסטית</a:t>
            </a:r>
            <a:r>
              <a:rPr lang="en-US" sz="2800" dirty="0">
                <a:solidFill>
                  <a:schemeClr val="bg1"/>
                </a:solidFill>
              </a:rPr>
              <a:t>.</a:t>
            </a:r>
          </a:p>
          <a:p>
            <a:pPr algn="r" rtl="1"/>
            <a:r>
              <a:rPr lang="he-IL" sz="2800" b="1" dirty="0">
                <a:solidFill>
                  <a:schemeClr val="bg1"/>
                </a:solidFill>
              </a:rPr>
              <a:t>יש צורת מדרגות</a:t>
            </a:r>
            <a:r>
              <a:rPr lang="en-US" sz="2800" dirty="0">
                <a:solidFill>
                  <a:schemeClr val="bg1"/>
                </a:solidFill>
              </a:rPr>
              <a:t>:</a:t>
            </a:r>
            <a:r>
              <a:rPr lang="he-IL" sz="2800" dirty="0">
                <a:solidFill>
                  <a:schemeClr val="bg1"/>
                </a:solidFill>
              </a:rPr>
              <a:t> ככל </a:t>
            </a:r>
            <a:r>
              <a:rPr lang="he-IL" sz="2800" dirty="0" err="1">
                <a:solidFill>
                  <a:schemeClr val="bg1"/>
                </a:solidFill>
              </a:rPr>
              <a:t>שהדציל</a:t>
            </a:r>
            <a:r>
              <a:rPr lang="he-IL" sz="2800" dirty="0">
                <a:solidFill>
                  <a:schemeClr val="bg1"/>
                </a:solidFill>
              </a:rPr>
              <a:t> מתקדם כך התשואה השנתית שלו גדולה יותר.</a:t>
            </a:r>
          </a:p>
          <a:p>
            <a:pPr algn="r" rtl="1"/>
            <a:r>
              <a:rPr lang="en-US" sz="2800" b="1" dirty="0" err="1">
                <a:solidFill>
                  <a:schemeClr val="bg1"/>
                </a:solidFill>
              </a:rPr>
              <a:t>אסטרטגיה</a:t>
            </a:r>
            <a:r>
              <a:rPr lang="en-US" sz="2800" b="1" dirty="0">
                <a:solidFill>
                  <a:schemeClr val="bg1"/>
                </a:solidFill>
              </a:rPr>
              <a:t> </a:t>
            </a:r>
            <a:r>
              <a:rPr lang="en-US" sz="2800" b="1" dirty="0" err="1">
                <a:solidFill>
                  <a:schemeClr val="bg1"/>
                </a:solidFill>
              </a:rPr>
              <a:t>רווחית</a:t>
            </a:r>
            <a:r>
              <a:rPr lang="en-US" sz="2800" b="1" dirty="0">
                <a:solidFill>
                  <a:schemeClr val="bg1"/>
                </a:solidFill>
              </a:rPr>
              <a:t>:</a:t>
            </a:r>
            <a:r>
              <a:rPr lang="en-US" sz="2800" dirty="0">
                <a:solidFill>
                  <a:schemeClr val="bg1"/>
                </a:solidFill>
              </a:rPr>
              <a:t> </a:t>
            </a:r>
            <a:r>
              <a:rPr lang="en-US" sz="2800" dirty="0" err="1">
                <a:solidFill>
                  <a:schemeClr val="bg1"/>
                </a:solidFill>
              </a:rPr>
              <a:t>אסטרטגיית</a:t>
            </a:r>
            <a:r>
              <a:rPr lang="en-US" sz="2800" dirty="0">
                <a:solidFill>
                  <a:schemeClr val="bg1"/>
                </a:solidFill>
              </a:rPr>
              <a:t> </a:t>
            </a:r>
            <a:r>
              <a:rPr lang="en-US" sz="2800" dirty="0" err="1">
                <a:solidFill>
                  <a:schemeClr val="bg1"/>
                </a:solidFill>
              </a:rPr>
              <a:t>הלונג-שורט</a:t>
            </a:r>
            <a:r>
              <a:rPr lang="en-US" sz="2800" dirty="0">
                <a:solidFill>
                  <a:schemeClr val="bg1"/>
                </a:solidFill>
              </a:rPr>
              <a:t> </a:t>
            </a:r>
            <a:r>
              <a:rPr lang="en-US" sz="2800" dirty="0" err="1">
                <a:solidFill>
                  <a:schemeClr val="bg1"/>
                </a:solidFill>
              </a:rPr>
              <a:t>הניבה</a:t>
            </a:r>
            <a:r>
              <a:rPr lang="en-US" sz="2800" dirty="0">
                <a:solidFill>
                  <a:schemeClr val="bg1"/>
                </a:solidFill>
              </a:rPr>
              <a:t> </a:t>
            </a:r>
            <a:r>
              <a:rPr lang="en-US" sz="2800" dirty="0" err="1">
                <a:solidFill>
                  <a:schemeClr val="bg1"/>
                </a:solidFill>
              </a:rPr>
              <a:t>תשואות</a:t>
            </a:r>
            <a:r>
              <a:rPr lang="en-US" sz="2800" dirty="0">
                <a:solidFill>
                  <a:schemeClr val="bg1"/>
                </a:solidFill>
              </a:rPr>
              <a:t> </a:t>
            </a:r>
            <a:r>
              <a:rPr lang="en-US" sz="2800" dirty="0" err="1">
                <a:solidFill>
                  <a:schemeClr val="bg1"/>
                </a:solidFill>
              </a:rPr>
              <a:t>מצטברות</a:t>
            </a:r>
            <a:r>
              <a:rPr lang="en-US" sz="2800" dirty="0">
                <a:solidFill>
                  <a:schemeClr val="bg1"/>
                </a:solidFill>
              </a:rPr>
              <a:t>,</a:t>
            </a:r>
            <a:r>
              <a:rPr lang="he-IL" sz="2800" dirty="0">
                <a:solidFill>
                  <a:schemeClr val="bg1"/>
                </a:solidFill>
              </a:rPr>
              <a:t> עדיין לא באידאל שמנצחים בשתי חזיתות אך</a:t>
            </a:r>
            <a:r>
              <a:rPr lang="en-US" sz="2800" dirty="0">
                <a:solidFill>
                  <a:schemeClr val="bg1"/>
                </a:solidFill>
              </a:rPr>
              <a:t> </a:t>
            </a:r>
            <a:r>
              <a:rPr lang="he-IL" sz="2800" dirty="0">
                <a:solidFill>
                  <a:schemeClr val="bg1"/>
                </a:solidFill>
              </a:rPr>
              <a:t>מראה שיש מומנטום למנצחים בעיקר.</a:t>
            </a:r>
            <a:endParaRPr lang="en-US" sz="2800" dirty="0">
              <a:solidFill>
                <a:schemeClr val="bg1"/>
              </a:solidFill>
            </a:endParaRPr>
          </a:p>
          <a:p>
            <a:pPr algn="r" rtl="1"/>
            <a:endParaRPr lang="en-US" sz="2800" dirty="0">
              <a:solidFill>
                <a:schemeClr val="bg1"/>
              </a:solidFill>
            </a:endParaRPr>
          </a:p>
        </p:txBody>
      </p:sp>
      <p:sp>
        <p:nvSpPr>
          <p:cNvPr id="14" name="TextBox 13">
            <a:extLst>
              <a:ext uri="{FF2B5EF4-FFF2-40B4-BE49-F238E27FC236}">
                <a16:creationId xmlns:a16="http://schemas.microsoft.com/office/drawing/2014/main" id="{D1C3D4F4-06BE-AE75-104F-D97283DF7504}"/>
              </a:ext>
            </a:extLst>
          </p:cNvPr>
          <p:cNvSpPr txBox="1"/>
          <p:nvPr/>
        </p:nvSpPr>
        <p:spPr>
          <a:xfrm>
            <a:off x="4443423" y="7503585"/>
            <a:ext cx="9144000" cy="2677656"/>
          </a:xfrm>
          <a:prstGeom prst="rect">
            <a:avLst/>
          </a:prstGeom>
          <a:noFill/>
        </p:spPr>
        <p:txBody>
          <a:bodyPr wrap="square" rtlCol="0">
            <a:spAutoFit/>
          </a:bodyPr>
          <a:lstStyle/>
          <a:p>
            <a:pPr algn="r" rtl="1"/>
            <a:r>
              <a:rPr lang="en-US" sz="2800" b="1" dirty="0" err="1">
                <a:solidFill>
                  <a:schemeClr val="bg1"/>
                </a:solidFill>
              </a:rPr>
              <a:t>תלוי</a:t>
            </a:r>
            <a:r>
              <a:rPr lang="en-US" sz="2800" b="1" dirty="0">
                <a:solidFill>
                  <a:schemeClr val="bg1"/>
                </a:solidFill>
              </a:rPr>
              <a:t> </a:t>
            </a:r>
            <a:r>
              <a:rPr lang="en-US" sz="2800" b="1" dirty="0" err="1">
                <a:solidFill>
                  <a:schemeClr val="bg1"/>
                </a:solidFill>
              </a:rPr>
              <a:t>שוק</a:t>
            </a:r>
            <a:r>
              <a:rPr lang="en-US" sz="2800" b="1" dirty="0">
                <a:solidFill>
                  <a:schemeClr val="bg1"/>
                </a:solidFill>
              </a:rPr>
              <a:t>:</a:t>
            </a:r>
            <a:r>
              <a:rPr lang="en-US" sz="2800" dirty="0">
                <a:solidFill>
                  <a:schemeClr val="bg1"/>
                </a:solidFill>
              </a:rPr>
              <a:t> </a:t>
            </a:r>
            <a:r>
              <a:rPr lang="en-US" sz="2800" dirty="0" err="1">
                <a:solidFill>
                  <a:schemeClr val="bg1"/>
                </a:solidFill>
              </a:rPr>
              <a:t>התופעה</a:t>
            </a:r>
            <a:r>
              <a:rPr lang="en-US" sz="2800" dirty="0">
                <a:solidFill>
                  <a:schemeClr val="bg1"/>
                </a:solidFill>
              </a:rPr>
              <a:t> </a:t>
            </a:r>
            <a:r>
              <a:rPr lang="en-US" sz="2800" dirty="0" err="1">
                <a:solidFill>
                  <a:schemeClr val="bg1"/>
                </a:solidFill>
              </a:rPr>
              <a:t>דומיננטית</a:t>
            </a:r>
            <a:r>
              <a:rPr lang="en-US" sz="2800" dirty="0">
                <a:solidFill>
                  <a:schemeClr val="bg1"/>
                </a:solidFill>
              </a:rPr>
              <a:t> </a:t>
            </a:r>
            <a:r>
              <a:rPr lang="en-US" sz="2800" dirty="0" err="1">
                <a:solidFill>
                  <a:schemeClr val="bg1"/>
                </a:solidFill>
              </a:rPr>
              <a:t>בשוק</a:t>
            </a:r>
            <a:r>
              <a:rPr lang="en-US" sz="2800" dirty="0">
                <a:solidFill>
                  <a:schemeClr val="bg1"/>
                </a:solidFill>
              </a:rPr>
              <a:t> </a:t>
            </a:r>
            <a:r>
              <a:rPr lang="en-US" sz="2800" dirty="0" err="1">
                <a:solidFill>
                  <a:schemeClr val="bg1"/>
                </a:solidFill>
              </a:rPr>
              <a:t>אופטימי</a:t>
            </a:r>
            <a:r>
              <a:rPr lang="en-US" sz="2800" dirty="0">
                <a:solidFill>
                  <a:schemeClr val="bg1"/>
                </a:solidFill>
              </a:rPr>
              <a:t> </a:t>
            </a:r>
            <a:r>
              <a:rPr lang="en-US" sz="2800" dirty="0" err="1">
                <a:solidFill>
                  <a:schemeClr val="bg1"/>
                </a:solidFill>
              </a:rPr>
              <a:t>ונעלמת</a:t>
            </a:r>
            <a:r>
              <a:rPr lang="en-US" sz="2800" dirty="0">
                <a:solidFill>
                  <a:schemeClr val="bg1"/>
                </a:solidFill>
              </a:rPr>
              <a:t> </a:t>
            </a:r>
            <a:r>
              <a:rPr lang="en-US" sz="2800" dirty="0" err="1">
                <a:solidFill>
                  <a:schemeClr val="bg1"/>
                </a:solidFill>
              </a:rPr>
              <a:t>בחוסר</a:t>
            </a:r>
            <a:r>
              <a:rPr lang="en-US" sz="2800" dirty="0">
                <a:solidFill>
                  <a:schemeClr val="bg1"/>
                </a:solidFill>
              </a:rPr>
              <a:t> </a:t>
            </a:r>
            <a:r>
              <a:rPr lang="en-US" sz="2800" dirty="0" err="1">
                <a:solidFill>
                  <a:schemeClr val="bg1"/>
                </a:solidFill>
              </a:rPr>
              <a:t>ודאות</a:t>
            </a:r>
            <a:r>
              <a:rPr lang="he-IL" sz="2800" dirty="0">
                <a:solidFill>
                  <a:schemeClr val="bg1"/>
                </a:solidFill>
              </a:rPr>
              <a:t>(קריסה 2008)</a:t>
            </a:r>
            <a:r>
              <a:rPr lang="en-US" sz="2800" dirty="0">
                <a:solidFill>
                  <a:schemeClr val="bg1"/>
                </a:solidFill>
              </a:rPr>
              <a:t>.</a:t>
            </a:r>
            <a:endParaRPr lang="he-IL" sz="2800" dirty="0">
              <a:solidFill>
                <a:schemeClr val="bg1"/>
              </a:solidFill>
            </a:endParaRPr>
          </a:p>
          <a:p>
            <a:pPr algn="r" rtl="1"/>
            <a:r>
              <a:rPr lang="he-IL" sz="2800" dirty="0">
                <a:solidFill>
                  <a:schemeClr val="bg1"/>
                </a:solidFill>
              </a:rPr>
              <a:t>ראינו שמומנטום אכן תלוי ביעילות השוק ופופולריות של המניות: השוק האמריקאי הרבה יותר יעיל  ומשווק לציבור במיוחד המניות המוכרות בוא</a:t>
            </a:r>
            <a:r>
              <a:rPr lang="en-US" sz="2800" dirty="0">
                <a:solidFill>
                  <a:schemeClr val="bg1"/>
                </a:solidFill>
              </a:rPr>
              <a:t>,</a:t>
            </a:r>
            <a:r>
              <a:rPr lang="he-IL" sz="2800" dirty="0">
                <a:solidFill>
                  <a:schemeClr val="bg1"/>
                </a:solidFill>
              </a:rPr>
              <a:t> באירופה רואים זאת הרבה פחות לכן למומנטום יש "חלון הזדמנויות" להופיע.</a:t>
            </a:r>
            <a:endParaRPr lang="en-US" sz="2800" dirty="0">
              <a:solidFill>
                <a:schemeClr val="bg1"/>
              </a:solidFill>
            </a:endParaRPr>
          </a:p>
        </p:txBody>
      </p:sp>
    </p:spTree>
    <p:extLst>
      <p:ext uri="{BB962C8B-B14F-4D97-AF65-F5344CB8AC3E}">
        <p14:creationId xmlns:p14="http://schemas.microsoft.com/office/powerpoint/2010/main" val="587035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a:extLst>
            <a:ext uri="{FF2B5EF4-FFF2-40B4-BE49-F238E27FC236}">
              <a16:creationId xmlns:a16="http://schemas.microsoft.com/office/drawing/2014/main" id="{59234324-9052-222F-1A25-3B5B18847B60}"/>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A36E9FD8-203D-ED8F-F742-2E42B37868CF}"/>
              </a:ext>
            </a:extLst>
          </p:cNvPr>
          <p:cNvSpPr/>
          <p:nvPr/>
        </p:nvSpPr>
        <p:spPr>
          <a:xfrm rot="-507067">
            <a:off x="14985558" y="-2789491"/>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B803837B-0C42-9E96-3C4C-EB1F072DA415}"/>
              </a:ext>
            </a:extLst>
          </p:cNvPr>
          <p:cNvSpPr txBox="1"/>
          <p:nvPr/>
        </p:nvSpPr>
        <p:spPr>
          <a:xfrm>
            <a:off x="-2057400" y="-140242"/>
            <a:ext cx="16764000" cy="1015663"/>
          </a:xfrm>
          <a:prstGeom prst="rect">
            <a:avLst/>
          </a:prstGeom>
          <a:noFill/>
        </p:spPr>
        <p:txBody>
          <a:bodyPr wrap="square" rtlCol="0">
            <a:spAutoFit/>
          </a:bodyPr>
          <a:lstStyle/>
          <a:p>
            <a:pPr algn="r" rtl="1"/>
            <a:r>
              <a:rPr lang="he-IL" sz="6000" dirty="0">
                <a:solidFill>
                  <a:srgbClr val="00B050"/>
                </a:solidFill>
              </a:rPr>
              <a:t>דגשים לשיפור מודל והמשך מחקר</a:t>
            </a:r>
            <a:endParaRPr lang="en-US" sz="4000" dirty="0">
              <a:solidFill>
                <a:srgbClr val="00B050"/>
              </a:solidFill>
            </a:endParaRPr>
          </a:p>
        </p:txBody>
      </p:sp>
      <p:grpSp>
        <p:nvGrpSpPr>
          <p:cNvPr id="2" name="Group 3">
            <a:extLst>
              <a:ext uri="{FF2B5EF4-FFF2-40B4-BE49-F238E27FC236}">
                <a16:creationId xmlns:a16="http://schemas.microsoft.com/office/drawing/2014/main" id="{C54789B0-FEF9-CBE5-5182-EF95C2010837}"/>
              </a:ext>
            </a:extLst>
          </p:cNvPr>
          <p:cNvGrpSpPr/>
          <p:nvPr/>
        </p:nvGrpSpPr>
        <p:grpSpPr>
          <a:xfrm>
            <a:off x="762000" y="1033073"/>
            <a:ext cx="16230600" cy="8229600"/>
            <a:chOff x="0" y="0"/>
            <a:chExt cx="4274726" cy="2167467"/>
          </a:xfrm>
        </p:grpSpPr>
        <p:sp>
          <p:nvSpPr>
            <p:cNvPr id="4" name="Freeform 4">
              <a:extLst>
                <a:ext uri="{FF2B5EF4-FFF2-40B4-BE49-F238E27FC236}">
                  <a16:creationId xmlns:a16="http://schemas.microsoft.com/office/drawing/2014/main" id="{95B7E1DD-0F23-C9CD-258A-DD0E22D01673}"/>
                </a:ext>
              </a:extLst>
            </p:cNvPr>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endParaRPr lang="en-US"/>
            </a:p>
          </p:txBody>
        </p:sp>
        <p:sp>
          <p:nvSpPr>
            <p:cNvPr id="8" name="TextBox 5">
              <a:extLst>
                <a:ext uri="{FF2B5EF4-FFF2-40B4-BE49-F238E27FC236}">
                  <a16:creationId xmlns:a16="http://schemas.microsoft.com/office/drawing/2014/main" id="{21C4A2E5-EA90-8753-D3D3-941C3033218C}"/>
                </a:ext>
              </a:extLst>
            </p:cNvPr>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8">
            <a:extLst>
              <a:ext uri="{FF2B5EF4-FFF2-40B4-BE49-F238E27FC236}">
                <a16:creationId xmlns:a16="http://schemas.microsoft.com/office/drawing/2014/main" id="{E4716D9F-BEA4-39B5-25C2-D0E8AE0EDD08}"/>
              </a:ext>
            </a:extLst>
          </p:cNvPr>
          <p:cNvSpPr txBox="1"/>
          <p:nvPr/>
        </p:nvSpPr>
        <p:spPr>
          <a:xfrm>
            <a:off x="1600200" y="1257300"/>
            <a:ext cx="15087600" cy="7571303"/>
          </a:xfrm>
          <a:prstGeom prst="rect">
            <a:avLst/>
          </a:prstGeom>
          <a:noFill/>
        </p:spPr>
        <p:txBody>
          <a:bodyPr wrap="square" rtlCol="0">
            <a:spAutoFit/>
          </a:bodyPr>
          <a:lstStyle/>
          <a:p>
            <a:pPr marL="285750" indent="-285750" algn="r" rtl="1">
              <a:buFont typeface="Arial" panose="020B0604020202020204" pitchFamily="34" charset="0"/>
              <a:buChar char="•"/>
            </a:pPr>
            <a:r>
              <a:rPr lang="he-IL" sz="5400" dirty="0">
                <a:solidFill>
                  <a:schemeClr val="bg1"/>
                </a:solidFill>
              </a:rPr>
              <a:t>המסקנה המרכזית שלנו שמומנטום תלוי ביעילות</a:t>
            </a:r>
            <a:r>
              <a:rPr lang="en-US" sz="5400" dirty="0">
                <a:solidFill>
                  <a:schemeClr val="bg1"/>
                </a:solidFill>
              </a:rPr>
              <a:t>/</a:t>
            </a:r>
            <a:r>
              <a:rPr lang="he-IL" sz="5400" dirty="0">
                <a:solidFill>
                  <a:schemeClr val="bg1"/>
                </a:solidFill>
              </a:rPr>
              <a:t>פופולריות של אותם מניות לכן אולי בשביל לשפר את המודל כדי להוסיף מניות </a:t>
            </a:r>
            <a:r>
              <a:rPr lang="en-US" sz="5400" dirty="0">
                <a:solidFill>
                  <a:schemeClr val="bg1"/>
                </a:solidFill>
              </a:rPr>
              <a:t>MID CAP</a:t>
            </a:r>
            <a:r>
              <a:rPr lang="he-IL" sz="5400" dirty="0">
                <a:solidFill>
                  <a:schemeClr val="bg1"/>
                </a:solidFill>
              </a:rPr>
              <a:t> או אפילו </a:t>
            </a:r>
            <a:r>
              <a:rPr lang="en-US" sz="5400" dirty="0">
                <a:solidFill>
                  <a:schemeClr val="bg1"/>
                </a:solidFill>
              </a:rPr>
              <a:t>LOW CAP</a:t>
            </a:r>
            <a:r>
              <a:rPr lang="he-IL" sz="5400" dirty="0">
                <a:solidFill>
                  <a:schemeClr val="bg1"/>
                </a:solidFill>
              </a:rPr>
              <a:t> גם מאירופה וגם מארה"ב כדי לראות את הפער.</a:t>
            </a:r>
          </a:p>
          <a:p>
            <a:pPr marL="285750" indent="-285750" algn="r" rtl="1">
              <a:buFont typeface="Arial" panose="020B0604020202020204" pitchFamily="34" charset="0"/>
              <a:buChar char="•"/>
            </a:pPr>
            <a:endParaRPr lang="he-IL" sz="5400" dirty="0">
              <a:solidFill>
                <a:schemeClr val="bg1"/>
              </a:solidFill>
            </a:endParaRPr>
          </a:p>
          <a:p>
            <a:pPr marL="285750" indent="-285750" algn="r" rtl="1">
              <a:buFont typeface="Arial" panose="020B0604020202020204" pitchFamily="34" charset="0"/>
              <a:buChar char="•"/>
            </a:pPr>
            <a:r>
              <a:rPr lang="he-IL" sz="5400" dirty="0">
                <a:solidFill>
                  <a:schemeClr val="bg1"/>
                </a:solidFill>
              </a:rPr>
              <a:t>אפשר להשתמש בעוד רגרסיות מורכבות יותר מ</a:t>
            </a:r>
            <a:r>
              <a:rPr lang="en-US" sz="5400" dirty="0" err="1">
                <a:solidFill>
                  <a:schemeClr val="bg1"/>
                </a:solidFill>
              </a:rPr>
              <a:t>capm</a:t>
            </a:r>
            <a:r>
              <a:rPr lang="he-IL" sz="5400" dirty="0">
                <a:solidFill>
                  <a:schemeClr val="bg1"/>
                </a:solidFill>
              </a:rPr>
              <a:t> כמו </a:t>
            </a:r>
            <a:r>
              <a:rPr lang="en-US" sz="5400" dirty="0">
                <a:solidFill>
                  <a:schemeClr val="bg1"/>
                </a:solidFill>
              </a:rPr>
              <a:t>Fama French Factor</a:t>
            </a:r>
            <a:r>
              <a:rPr lang="he-IL" sz="5400" dirty="0">
                <a:solidFill>
                  <a:schemeClr val="bg1"/>
                </a:solidFill>
              </a:rPr>
              <a:t> שנוצרה ב2015 הלוקחת בחשבון עוד משתנים פיננסים.</a:t>
            </a:r>
            <a:endParaRPr lang="en-US" sz="5400" dirty="0">
              <a:solidFill>
                <a:schemeClr val="bg1"/>
              </a:solidFill>
            </a:endParaRPr>
          </a:p>
        </p:txBody>
      </p:sp>
    </p:spTree>
    <p:extLst>
      <p:ext uri="{BB962C8B-B14F-4D97-AF65-F5344CB8AC3E}">
        <p14:creationId xmlns:p14="http://schemas.microsoft.com/office/powerpoint/2010/main" val="1885756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txBody>
            <a:bodyPr/>
            <a:lstStyle/>
            <a:p>
              <a:endParaRPr lang="en-US"/>
            </a:p>
          </p:txBody>
        </p:sp>
        <p:sp>
          <p:nvSpPr>
            <p:cNvPr id="5" name="TextBox 5"/>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086646" y="8173367"/>
            <a:ext cx="4690126" cy="365760"/>
          </a:xfrm>
          <a:prstGeom prst="rect">
            <a:avLst/>
          </a:prstGeom>
        </p:spPr>
        <p:txBody>
          <a:bodyPr lIns="0" tIns="0" rIns="0" bIns="0" rtlCol="0" anchor="t">
            <a:spAutoFit/>
          </a:bodyPr>
          <a:lstStyle/>
          <a:p>
            <a:pPr algn="ctr">
              <a:lnSpc>
                <a:spcPts val="2940"/>
              </a:lnSpc>
            </a:pPr>
            <a:r>
              <a:rPr lang="en-US" sz="2100" spc="54" dirty="0">
                <a:solidFill>
                  <a:srgbClr val="FFFFFF"/>
                </a:solidFill>
                <a:latin typeface="TT Hoves"/>
                <a:ea typeface="TT Hoves"/>
                <a:cs typeface="TT Hoves"/>
                <a:sym typeface="TT Hoves"/>
              </a:rPr>
              <a:t>www.reallygreatsite.com</a:t>
            </a:r>
          </a:p>
        </p:txBody>
      </p:sp>
      <p:sp>
        <p:nvSpPr>
          <p:cNvPr id="14" name="AutoShape 14"/>
          <p:cNvSpPr/>
          <p:nvPr/>
        </p:nvSpPr>
        <p:spPr>
          <a:xfrm>
            <a:off x="2261281" y="7781528"/>
            <a:ext cx="13765437" cy="0"/>
          </a:xfrm>
          <a:prstGeom prst="line">
            <a:avLst/>
          </a:prstGeom>
          <a:ln w="19050" cap="flat">
            <a:solidFill>
              <a:srgbClr val="FFFFFF"/>
            </a:solidFill>
            <a:prstDash val="solid"/>
            <a:headEnd type="none" w="sm" len="sm"/>
            <a:tailEnd type="none" w="sm" len="sm"/>
          </a:ln>
        </p:spPr>
        <p:txBody>
          <a:bodyPr/>
          <a:lstStyle/>
          <a:p>
            <a:endParaRPr lang="en-US"/>
          </a:p>
        </p:txBody>
      </p:sp>
      <p:sp>
        <p:nvSpPr>
          <p:cNvPr id="15" name="TextBox 15"/>
          <p:cNvSpPr txBox="1"/>
          <p:nvPr/>
        </p:nvSpPr>
        <p:spPr>
          <a:xfrm>
            <a:off x="11336592" y="8173367"/>
            <a:ext cx="4690126" cy="365760"/>
          </a:xfrm>
          <a:prstGeom prst="rect">
            <a:avLst/>
          </a:prstGeom>
        </p:spPr>
        <p:txBody>
          <a:bodyPr lIns="0" tIns="0" rIns="0" bIns="0" rtlCol="0" anchor="t">
            <a:spAutoFit/>
          </a:bodyPr>
          <a:lstStyle/>
          <a:p>
            <a:pPr algn="ctr">
              <a:lnSpc>
                <a:spcPts val="2940"/>
              </a:lnSpc>
            </a:pPr>
            <a:r>
              <a:rPr lang="en-US" sz="2100" spc="54">
                <a:solidFill>
                  <a:srgbClr val="FFFFFF"/>
                </a:solidFill>
                <a:latin typeface="TT Hoves"/>
                <a:ea typeface="TT Hoves"/>
                <a:cs typeface="TT Hoves"/>
                <a:sym typeface="TT Hoves"/>
              </a:rPr>
              <a:t>www.reallygreatsite.com</a:t>
            </a:r>
          </a:p>
        </p:txBody>
      </p:sp>
      <p:sp>
        <p:nvSpPr>
          <p:cNvPr id="16" name="TextBox 16"/>
          <p:cNvSpPr txBox="1"/>
          <p:nvPr/>
        </p:nvSpPr>
        <p:spPr>
          <a:xfrm>
            <a:off x="6798937" y="8173367"/>
            <a:ext cx="4690126" cy="365760"/>
          </a:xfrm>
          <a:prstGeom prst="rect">
            <a:avLst/>
          </a:prstGeom>
        </p:spPr>
        <p:txBody>
          <a:bodyPr lIns="0" tIns="0" rIns="0" bIns="0" rtlCol="0" anchor="t">
            <a:spAutoFit/>
          </a:bodyPr>
          <a:lstStyle/>
          <a:p>
            <a:pPr algn="ctr">
              <a:lnSpc>
                <a:spcPts val="2940"/>
              </a:lnSpc>
            </a:pPr>
            <a:r>
              <a:rPr lang="en-US" sz="2100" spc="54">
                <a:solidFill>
                  <a:srgbClr val="FFFFFF"/>
                </a:solidFill>
                <a:latin typeface="TT Hoves"/>
                <a:ea typeface="TT Hoves"/>
                <a:cs typeface="TT Hoves"/>
                <a:sym typeface="TT Hoves"/>
              </a:rPr>
              <a:t>@reallygreatsite</a:t>
            </a:r>
          </a:p>
        </p:txBody>
      </p:sp>
      <p:sp>
        <p:nvSpPr>
          <p:cNvPr id="18" name="TextBox 17">
            <a:extLst>
              <a:ext uri="{FF2B5EF4-FFF2-40B4-BE49-F238E27FC236}">
                <a16:creationId xmlns:a16="http://schemas.microsoft.com/office/drawing/2014/main" id="{C16B90EB-C402-BED7-6E02-1003E95006CD}"/>
              </a:ext>
            </a:extLst>
          </p:cNvPr>
          <p:cNvSpPr txBox="1"/>
          <p:nvPr/>
        </p:nvSpPr>
        <p:spPr>
          <a:xfrm>
            <a:off x="3543300" y="3329027"/>
            <a:ext cx="11308272" cy="2215991"/>
          </a:xfrm>
          <a:prstGeom prst="rect">
            <a:avLst/>
          </a:prstGeom>
          <a:noFill/>
        </p:spPr>
        <p:txBody>
          <a:bodyPr wrap="square" rtlCol="0">
            <a:spAutoFit/>
          </a:bodyPr>
          <a:lstStyle/>
          <a:p>
            <a:pPr algn="ctr" rtl="1"/>
            <a:r>
              <a:rPr lang="he-IL" sz="13800" dirty="0">
                <a:solidFill>
                  <a:schemeClr val="bg1"/>
                </a:solidFill>
              </a:rPr>
              <a:t>תודה להקשבה </a:t>
            </a:r>
            <a:endParaRPr lang="en-US" sz="138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954</TotalTime>
  <Words>1331</Words>
  <Application>Microsoft Office PowerPoint</Application>
  <PresentationFormat>Custom</PresentationFormat>
  <Paragraphs>171</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TT Hoves</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Black Modern Stock Market Presentation</dc:title>
  <cp:lastModifiedBy>Ilan Aura</cp:lastModifiedBy>
  <cp:revision>1</cp:revision>
  <dcterms:created xsi:type="dcterms:W3CDTF">2006-08-16T00:00:00Z</dcterms:created>
  <dcterms:modified xsi:type="dcterms:W3CDTF">2026-06-17T17:43:52Z</dcterms:modified>
  <dc:identifier>DAHMhxO8Wqk</dc:identifier>
</cp:coreProperties>
</file>